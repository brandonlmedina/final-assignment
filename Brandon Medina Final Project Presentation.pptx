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668FBE-F649-414E-B1B7-4923DE82CB53}" v="28" dt="2025-12-02T04:58:11.8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19"/>
    <p:restoredTop sz="83550"/>
  </p:normalViewPr>
  <p:slideViewPr>
    <p:cSldViewPr snapToGrid="0">
      <p:cViewPr varScale="1">
        <p:scale>
          <a:sx n="113" d="100"/>
          <a:sy n="113" d="100"/>
        </p:scale>
        <p:origin x="176" y="14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ndon Medina" userId="40f75a07-d402-4d8c-95f5-a5174c85f14c" providerId="ADAL" clId="{30C30C59-3321-5112-B0B5-D0F908BDC5AF}"/>
    <pc:docChg chg="custSel modSld sldOrd">
      <pc:chgData name="Brandon Medina" userId="40f75a07-d402-4d8c-95f5-a5174c85f14c" providerId="ADAL" clId="{30C30C59-3321-5112-B0B5-D0F908BDC5AF}" dt="2025-12-02T04:57:46.649" v="1260" actId="20577"/>
      <pc:docMkLst>
        <pc:docMk/>
      </pc:docMkLst>
      <pc:sldChg chg="modNotesTx">
        <pc:chgData name="Brandon Medina" userId="40f75a07-d402-4d8c-95f5-a5174c85f14c" providerId="ADAL" clId="{30C30C59-3321-5112-B0B5-D0F908BDC5AF}" dt="2025-12-02T04:31:14.417" v="1210" actId="20577"/>
        <pc:sldMkLst>
          <pc:docMk/>
          <pc:sldMk cId="1211895403" sldId="256"/>
        </pc:sldMkLst>
      </pc:sldChg>
      <pc:sldChg chg="modNotesTx">
        <pc:chgData name="Brandon Medina" userId="40f75a07-d402-4d8c-95f5-a5174c85f14c" providerId="ADAL" clId="{30C30C59-3321-5112-B0B5-D0F908BDC5AF}" dt="2025-12-02T04:57:46.649" v="1260" actId="20577"/>
        <pc:sldMkLst>
          <pc:docMk/>
          <pc:sldMk cId="3142485961" sldId="257"/>
        </pc:sldMkLst>
      </pc:sldChg>
      <pc:sldChg chg="modNotesTx">
        <pc:chgData name="Brandon Medina" userId="40f75a07-d402-4d8c-95f5-a5174c85f14c" providerId="ADAL" clId="{30C30C59-3321-5112-B0B5-D0F908BDC5AF}" dt="2025-12-02T04:32:25.526" v="1213" actId="20577"/>
        <pc:sldMkLst>
          <pc:docMk/>
          <pc:sldMk cId="3890196418" sldId="258"/>
        </pc:sldMkLst>
      </pc:sldChg>
      <pc:sldChg chg="modNotesTx">
        <pc:chgData name="Brandon Medina" userId="40f75a07-d402-4d8c-95f5-a5174c85f14c" providerId="ADAL" clId="{30C30C59-3321-5112-B0B5-D0F908BDC5AF}" dt="2025-12-02T04:33:09.770" v="1218" actId="20577"/>
        <pc:sldMkLst>
          <pc:docMk/>
          <pc:sldMk cId="4186475338" sldId="259"/>
        </pc:sldMkLst>
      </pc:sldChg>
      <pc:sldChg chg="modNotesTx">
        <pc:chgData name="Brandon Medina" userId="40f75a07-d402-4d8c-95f5-a5174c85f14c" providerId="ADAL" clId="{30C30C59-3321-5112-B0B5-D0F908BDC5AF}" dt="2025-12-02T04:36:32.898" v="1229" actId="20577"/>
        <pc:sldMkLst>
          <pc:docMk/>
          <pc:sldMk cId="3864443897" sldId="260"/>
        </pc:sldMkLst>
      </pc:sldChg>
      <pc:sldChg chg="addSp delSp modSp mod ord modNotesTx">
        <pc:chgData name="Brandon Medina" userId="40f75a07-d402-4d8c-95f5-a5174c85f14c" providerId="ADAL" clId="{30C30C59-3321-5112-B0B5-D0F908BDC5AF}" dt="2025-12-02T04:37:34.818" v="1257" actId="20577"/>
        <pc:sldMkLst>
          <pc:docMk/>
          <pc:sldMk cId="3173335295" sldId="261"/>
        </pc:sldMkLst>
        <pc:spChg chg="mod">
          <ac:chgData name="Brandon Medina" userId="40f75a07-d402-4d8c-95f5-a5174c85f14c" providerId="ADAL" clId="{30C30C59-3321-5112-B0B5-D0F908BDC5AF}" dt="2025-12-01T00:15:02.049" v="19" actId="26606"/>
          <ac:spMkLst>
            <pc:docMk/>
            <pc:sldMk cId="3173335295" sldId="261"/>
            <ac:spMk id="2" creationId="{AB1990BA-9C4D-5964-5E36-052B6D3E5C6C}"/>
          </ac:spMkLst>
        </pc:spChg>
        <pc:spChg chg="add del mod">
          <ac:chgData name="Brandon Medina" userId="40f75a07-d402-4d8c-95f5-a5174c85f14c" providerId="ADAL" clId="{30C30C59-3321-5112-B0B5-D0F908BDC5AF}" dt="2025-12-01T00:11:09.196" v="5" actId="478"/>
          <ac:spMkLst>
            <pc:docMk/>
            <pc:sldMk cId="3173335295" sldId="261"/>
            <ac:spMk id="5" creationId="{A4150E59-84CC-38F5-C0D1-A4DE19948736}"/>
          </ac:spMkLst>
        </pc:spChg>
        <pc:spChg chg="del">
          <ac:chgData name="Brandon Medina" userId="40f75a07-d402-4d8c-95f5-a5174c85f14c" providerId="ADAL" clId="{30C30C59-3321-5112-B0B5-D0F908BDC5AF}" dt="2025-12-01T00:15:02.049" v="19" actId="26606"/>
          <ac:spMkLst>
            <pc:docMk/>
            <pc:sldMk cId="3173335295" sldId="261"/>
            <ac:spMk id="15" creationId="{AF6CB648-9554-488A-B457-99CAAD1DA528}"/>
          </ac:spMkLst>
        </pc:spChg>
        <pc:spChg chg="del">
          <ac:chgData name="Brandon Medina" userId="40f75a07-d402-4d8c-95f5-a5174c85f14c" providerId="ADAL" clId="{30C30C59-3321-5112-B0B5-D0F908BDC5AF}" dt="2025-12-01T00:15:02.049" v="19" actId="26606"/>
          <ac:spMkLst>
            <pc:docMk/>
            <pc:sldMk cId="3173335295" sldId="261"/>
            <ac:spMk id="17" creationId="{E3ADCBE7-9330-1CDA-00EB-CDD12DB722FF}"/>
          </ac:spMkLst>
        </pc:spChg>
        <pc:spChg chg="add">
          <ac:chgData name="Brandon Medina" userId="40f75a07-d402-4d8c-95f5-a5174c85f14c" providerId="ADAL" clId="{30C30C59-3321-5112-B0B5-D0F908BDC5AF}" dt="2025-12-01T00:15:02.049" v="19" actId="26606"/>
          <ac:spMkLst>
            <pc:docMk/>
            <pc:sldMk cId="3173335295" sldId="261"/>
            <ac:spMk id="22" creationId="{B712E947-0734-45F9-9C4F-41114EC3A33E}"/>
          </ac:spMkLst>
        </pc:spChg>
        <pc:spChg chg="add">
          <ac:chgData name="Brandon Medina" userId="40f75a07-d402-4d8c-95f5-a5174c85f14c" providerId="ADAL" clId="{30C30C59-3321-5112-B0B5-D0F908BDC5AF}" dt="2025-12-01T00:15:02.049" v="19" actId="26606"/>
          <ac:spMkLst>
            <pc:docMk/>
            <pc:sldMk cId="3173335295" sldId="261"/>
            <ac:spMk id="24" creationId="{5A65989E-BBD5-44D7-AA86-7AFD5D46BBC0}"/>
          </ac:spMkLst>
        </pc:spChg>
        <pc:spChg chg="add">
          <ac:chgData name="Brandon Medina" userId="40f75a07-d402-4d8c-95f5-a5174c85f14c" providerId="ADAL" clId="{30C30C59-3321-5112-B0B5-D0F908BDC5AF}" dt="2025-12-01T00:15:02.049" v="19" actId="26606"/>
          <ac:spMkLst>
            <pc:docMk/>
            <pc:sldMk cId="3173335295" sldId="261"/>
            <ac:spMk id="26" creationId="{231A2881-D8D7-4A7D-ACA3-E9F849F853D8}"/>
          </ac:spMkLst>
        </pc:spChg>
        <pc:graphicFrameChg chg="mod ord modGraphic">
          <ac:chgData name="Brandon Medina" userId="40f75a07-d402-4d8c-95f5-a5174c85f14c" providerId="ADAL" clId="{30C30C59-3321-5112-B0B5-D0F908BDC5AF}" dt="2025-12-01T00:15:02.049" v="19" actId="26606"/>
          <ac:graphicFrameMkLst>
            <pc:docMk/>
            <pc:sldMk cId="3173335295" sldId="261"/>
            <ac:graphicFrameMk id="10" creationId="{8107AF50-157E-996D-A6B2-435D3A6BD191}"/>
          </ac:graphicFrameMkLst>
        </pc:graphicFrameChg>
        <pc:picChg chg="add mod">
          <ac:chgData name="Brandon Medina" userId="40f75a07-d402-4d8c-95f5-a5174c85f14c" providerId="ADAL" clId="{30C30C59-3321-5112-B0B5-D0F908BDC5AF}" dt="2025-12-01T00:15:02.049" v="19" actId="26606"/>
          <ac:picMkLst>
            <pc:docMk/>
            <pc:sldMk cId="3173335295" sldId="261"/>
            <ac:picMk id="4" creationId="{0D8EBEA6-42BD-59E8-FED9-F6DE755D97F3}"/>
          </ac:picMkLst>
        </pc:picChg>
        <pc:picChg chg="add del mod">
          <ac:chgData name="Brandon Medina" userId="40f75a07-d402-4d8c-95f5-a5174c85f14c" providerId="ADAL" clId="{30C30C59-3321-5112-B0B5-D0F908BDC5AF}" dt="2025-12-01T00:13:23.292" v="13" actId="478"/>
          <ac:picMkLst>
            <pc:docMk/>
            <pc:sldMk cId="3173335295" sldId="261"/>
            <ac:picMk id="7" creationId="{920EAC90-6372-F45B-C5B8-76F8DD6D4FC5}"/>
          </ac:picMkLst>
        </pc:picChg>
        <pc:picChg chg="add mod">
          <ac:chgData name="Brandon Medina" userId="40f75a07-d402-4d8c-95f5-a5174c85f14c" providerId="ADAL" clId="{30C30C59-3321-5112-B0B5-D0F908BDC5AF}" dt="2025-12-01T00:15:02.049" v="19" actId="26606"/>
          <ac:picMkLst>
            <pc:docMk/>
            <pc:sldMk cId="3173335295" sldId="261"/>
            <ac:picMk id="9" creationId="{AA2F1C63-2235-800C-6D93-51D8DAE91533}"/>
          </ac:picMkLst>
        </pc:picChg>
      </pc:sldChg>
      <pc:sldChg chg="modNotesTx">
        <pc:chgData name="Brandon Medina" userId="40f75a07-d402-4d8c-95f5-a5174c85f14c" providerId="ADAL" clId="{30C30C59-3321-5112-B0B5-D0F908BDC5AF}" dt="2025-12-02T04:37:13.971" v="1233" actId="20577"/>
        <pc:sldMkLst>
          <pc:docMk/>
          <pc:sldMk cId="3479661677" sldId="262"/>
        </pc:sldMkLst>
      </pc:sldChg>
    </pc:docChg>
  </pc:docChgLst>
</pc:chgInfo>
</file>

<file path=ppt/diagrams/_rels/data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ED8CDE4-306F-47E8-BB82-E634A82588BB}"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C6C669DB-31E9-497F-92BB-CE7619289C27}">
      <dgm:prSet/>
      <dgm:spPr/>
      <dgm:t>
        <a:bodyPr/>
        <a:lstStyle/>
        <a:p>
          <a:r>
            <a:rPr lang="en-US" b="1" dirty="0"/>
            <a:t>Industry Context – </a:t>
          </a:r>
        </a:p>
        <a:p>
          <a:r>
            <a:rPr lang="en-US" dirty="0"/>
            <a:t>Adaptive and inclusive sports lack centralized, consistent, and accessible information for individuals with disabilities. Organizations like Special Olympics and Paralympics have extensive resources, but they are fragmented across platforms.</a:t>
          </a:r>
        </a:p>
      </dgm:t>
    </dgm:pt>
    <dgm:pt modelId="{BF29CA23-F06A-4C22-B328-E46EA9D0CC87}" type="parTrans" cxnId="{B747466C-642E-4743-B84A-7C9BBBFB6AFD}">
      <dgm:prSet/>
      <dgm:spPr/>
      <dgm:t>
        <a:bodyPr/>
        <a:lstStyle/>
        <a:p>
          <a:endParaRPr lang="en-US"/>
        </a:p>
      </dgm:t>
    </dgm:pt>
    <dgm:pt modelId="{5A8B30F3-7AEE-44C2-A189-C835C2105007}" type="sibTrans" cxnId="{B747466C-642E-4743-B84A-7C9BBBFB6AFD}">
      <dgm:prSet phldrT="01" phldr="0"/>
      <dgm:spPr/>
      <dgm:t>
        <a:bodyPr/>
        <a:lstStyle/>
        <a:p>
          <a:r>
            <a:rPr lang="en-US"/>
            <a:t>01</a:t>
          </a:r>
        </a:p>
      </dgm:t>
    </dgm:pt>
    <dgm:pt modelId="{F24FA5D2-C1A5-43AB-91C5-EA758AB989A1}">
      <dgm:prSet/>
      <dgm:spPr/>
      <dgm:t>
        <a:bodyPr/>
        <a:lstStyle/>
        <a:p>
          <a:r>
            <a:rPr lang="en-US" b="1" dirty="0"/>
            <a:t>Problem &amp; Opportunity –</a:t>
          </a:r>
        </a:p>
        <a:p>
          <a:r>
            <a:rPr lang="en-US" b="1" dirty="0"/>
            <a:t> </a:t>
          </a:r>
          <a:r>
            <a:rPr lang="en-US" dirty="0"/>
            <a:t>Participants face barriers finding accessible programs, adaptive equipment, and functional-ability–based sport recommendations. A single, conversational AI access point can eliminate these barriers by translating functional needs into clear guidance and local opportunities.</a:t>
          </a:r>
        </a:p>
      </dgm:t>
    </dgm:pt>
    <dgm:pt modelId="{C7B29D97-9B5E-434E-9781-186BC37AD234}" type="parTrans" cxnId="{9FE01C4E-FF30-4A02-BD2D-07BD17193DF0}">
      <dgm:prSet/>
      <dgm:spPr/>
      <dgm:t>
        <a:bodyPr/>
        <a:lstStyle/>
        <a:p>
          <a:endParaRPr lang="en-US"/>
        </a:p>
      </dgm:t>
    </dgm:pt>
    <dgm:pt modelId="{3DAA4B8C-E2FD-479B-89EB-D915ED8A1B4B}" type="sibTrans" cxnId="{9FE01C4E-FF30-4A02-BD2D-07BD17193DF0}">
      <dgm:prSet phldrT="02" phldr="0"/>
      <dgm:spPr/>
      <dgm:t>
        <a:bodyPr/>
        <a:lstStyle/>
        <a:p>
          <a:r>
            <a:rPr lang="en-US"/>
            <a:t>02</a:t>
          </a:r>
        </a:p>
      </dgm:t>
    </dgm:pt>
    <dgm:pt modelId="{F77F94C1-D2D3-4C0B-9B96-AC33D9CBB170}">
      <dgm:prSet/>
      <dgm:spPr/>
      <dgm:t>
        <a:bodyPr/>
        <a:lstStyle/>
        <a:p>
          <a:r>
            <a:rPr lang="en-US" b="1" dirty="0"/>
            <a:t>Why It Matters for Digital Transformation –</a:t>
          </a:r>
        </a:p>
        <a:p>
          <a:r>
            <a:rPr lang="en-US" b="1" dirty="0"/>
            <a:t> </a:t>
          </a:r>
          <a:r>
            <a:rPr lang="en-US" dirty="0" err="1"/>
            <a:t>AdaptiveSportsGPT</a:t>
          </a:r>
          <a:r>
            <a:rPr lang="en-US" dirty="0"/>
            <a:t> advances the industry's digital transformation by integrating data, automating recommendations, and delivering personalized, equitable access aligned with modern accessibility and AI-for-good frameworks.</a:t>
          </a:r>
        </a:p>
      </dgm:t>
    </dgm:pt>
    <dgm:pt modelId="{8522C971-A737-49E2-A0B0-2863CCE7F5A7}" type="parTrans" cxnId="{ABB0F868-DE89-4633-87E0-89F3F4A0FEEC}">
      <dgm:prSet/>
      <dgm:spPr/>
      <dgm:t>
        <a:bodyPr/>
        <a:lstStyle/>
        <a:p>
          <a:endParaRPr lang="en-US"/>
        </a:p>
      </dgm:t>
    </dgm:pt>
    <dgm:pt modelId="{ABAA606A-8F9D-4799-BB22-5FC8221EDEAF}" type="sibTrans" cxnId="{ABB0F868-DE89-4633-87E0-89F3F4A0FEEC}">
      <dgm:prSet phldrT="03" phldr="0"/>
      <dgm:spPr/>
      <dgm:t>
        <a:bodyPr/>
        <a:lstStyle/>
        <a:p>
          <a:r>
            <a:rPr lang="en-US"/>
            <a:t>03</a:t>
          </a:r>
          <a:endParaRPr lang="en-US" dirty="0"/>
        </a:p>
      </dgm:t>
    </dgm:pt>
    <dgm:pt modelId="{B945B820-0C12-DC46-B359-BC3C8BCBCF80}" type="pres">
      <dgm:prSet presAssocID="{2ED8CDE4-306F-47E8-BB82-E634A82588BB}" presName="Name0" presStyleCnt="0">
        <dgm:presLayoutVars>
          <dgm:animLvl val="lvl"/>
          <dgm:resizeHandles val="exact"/>
        </dgm:presLayoutVars>
      </dgm:prSet>
      <dgm:spPr/>
    </dgm:pt>
    <dgm:pt modelId="{28BD5ECA-BA4B-0F4E-A22D-4C7169ED3E58}" type="pres">
      <dgm:prSet presAssocID="{C6C669DB-31E9-497F-92BB-CE7619289C27}" presName="compositeNode" presStyleCnt="0">
        <dgm:presLayoutVars>
          <dgm:bulletEnabled val="1"/>
        </dgm:presLayoutVars>
      </dgm:prSet>
      <dgm:spPr/>
    </dgm:pt>
    <dgm:pt modelId="{2D6B9B23-1FA8-F246-B427-00B6B5632CB3}" type="pres">
      <dgm:prSet presAssocID="{C6C669DB-31E9-497F-92BB-CE7619289C27}" presName="bgRect" presStyleLbl="alignNode1" presStyleIdx="0" presStyleCnt="3"/>
      <dgm:spPr/>
    </dgm:pt>
    <dgm:pt modelId="{13F97825-3CCB-484C-871F-6F24056058DA}" type="pres">
      <dgm:prSet presAssocID="{5A8B30F3-7AEE-44C2-A189-C835C2105007}" presName="sibTransNodeRect" presStyleLbl="alignNode1" presStyleIdx="0" presStyleCnt="3">
        <dgm:presLayoutVars>
          <dgm:chMax val="0"/>
          <dgm:bulletEnabled val="1"/>
        </dgm:presLayoutVars>
      </dgm:prSet>
      <dgm:spPr/>
    </dgm:pt>
    <dgm:pt modelId="{6240489F-07FC-594A-A9C7-FCA191C3C60A}" type="pres">
      <dgm:prSet presAssocID="{C6C669DB-31E9-497F-92BB-CE7619289C27}" presName="nodeRect" presStyleLbl="alignNode1" presStyleIdx="0" presStyleCnt="3">
        <dgm:presLayoutVars>
          <dgm:bulletEnabled val="1"/>
        </dgm:presLayoutVars>
      </dgm:prSet>
      <dgm:spPr/>
    </dgm:pt>
    <dgm:pt modelId="{7C25E12B-52B3-8045-B60A-EAF4E54934FD}" type="pres">
      <dgm:prSet presAssocID="{5A8B30F3-7AEE-44C2-A189-C835C2105007}" presName="sibTrans" presStyleCnt="0"/>
      <dgm:spPr/>
    </dgm:pt>
    <dgm:pt modelId="{760C6155-7205-BA4C-993F-DB28486BE816}" type="pres">
      <dgm:prSet presAssocID="{F24FA5D2-C1A5-43AB-91C5-EA758AB989A1}" presName="compositeNode" presStyleCnt="0">
        <dgm:presLayoutVars>
          <dgm:bulletEnabled val="1"/>
        </dgm:presLayoutVars>
      </dgm:prSet>
      <dgm:spPr/>
    </dgm:pt>
    <dgm:pt modelId="{22A9ECB3-65D7-4647-A74D-AF8CE875E2AC}" type="pres">
      <dgm:prSet presAssocID="{F24FA5D2-C1A5-43AB-91C5-EA758AB989A1}" presName="bgRect" presStyleLbl="alignNode1" presStyleIdx="1" presStyleCnt="3"/>
      <dgm:spPr/>
    </dgm:pt>
    <dgm:pt modelId="{DBEE80E4-28D0-DC47-9D2B-274ABB8DFA3A}" type="pres">
      <dgm:prSet presAssocID="{3DAA4B8C-E2FD-479B-89EB-D915ED8A1B4B}" presName="sibTransNodeRect" presStyleLbl="alignNode1" presStyleIdx="1" presStyleCnt="3">
        <dgm:presLayoutVars>
          <dgm:chMax val="0"/>
          <dgm:bulletEnabled val="1"/>
        </dgm:presLayoutVars>
      </dgm:prSet>
      <dgm:spPr/>
    </dgm:pt>
    <dgm:pt modelId="{E0B451D8-830D-FC47-820B-B15A3A6F9FA3}" type="pres">
      <dgm:prSet presAssocID="{F24FA5D2-C1A5-43AB-91C5-EA758AB989A1}" presName="nodeRect" presStyleLbl="alignNode1" presStyleIdx="1" presStyleCnt="3">
        <dgm:presLayoutVars>
          <dgm:bulletEnabled val="1"/>
        </dgm:presLayoutVars>
      </dgm:prSet>
      <dgm:spPr/>
    </dgm:pt>
    <dgm:pt modelId="{BD7B7743-7A74-3B46-8A25-3F4A4BFC6960}" type="pres">
      <dgm:prSet presAssocID="{3DAA4B8C-E2FD-479B-89EB-D915ED8A1B4B}" presName="sibTrans" presStyleCnt="0"/>
      <dgm:spPr/>
    </dgm:pt>
    <dgm:pt modelId="{A1DFF73C-B5DC-D646-A937-6C88575A2232}" type="pres">
      <dgm:prSet presAssocID="{F77F94C1-D2D3-4C0B-9B96-AC33D9CBB170}" presName="compositeNode" presStyleCnt="0">
        <dgm:presLayoutVars>
          <dgm:bulletEnabled val="1"/>
        </dgm:presLayoutVars>
      </dgm:prSet>
      <dgm:spPr/>
    </dgm:pt>
    <dgm:pt modelId="{C5A47B21-06D4-C046-A09F-B397CE639248}" type="pres">
      <dgm:prSet presAssocID="{F77F94C1-D2D3-4C0B-9B96-AC33D9CBB170}" presName="bgRect" presStyleLbl="alignNode1" presStyleIdx="2" presStyleCnt="3"/>
      <dgm:spPr/>
    </dgm:pt>
    <dgm:pt modelId="{E1297FD6-0B66-9D46-BE99-0B6EEFEFEFDD}" type="pres">
      <dgm:prSet presAssocID="{ABAA606A-8F9D-4799-BB22-5FC8221EDEAF}" presName="sibTransNodeRect" presStyleLbl="alignNode1" presStyleIdx="2" presStyleCnt="3">
        <dgm:presLayoutVars>
          <dgm:chMax val="0"/>
          <dgm:bulletEnabled val="1"/>
        </dgm:presLayoutVars>
      </dgm:prSet>
      <dgm:spPr/>
    </dgm:pt>
    <dgm:pt modelId="{DD812B80-8018-5E4E-80A6-0E9FE55B4BBD}" type="pres">
      <dgm:prSet presAssocID="{F77F94C1-D2D3-4C0B-9B96-AC33D9CBB170}" presName="nodeRect" presStyleLbl="alignNode1" presStyleIdx="2" presStyleCnt="3">
        <dgm:presLayoutVars>
          <dgm:bulletEnabled val="1"/>
        </dgm:presLayoutVars>
      </dgm:prSet>
      <dgm:spPr/>
    </dgm:pt>
  </dgm:ptLst>
  <dgm:cxnLst>
    <dgm:cxn modelId="{77A24F16-08AE-804A-83FA-0F0A75073A17}" type="presOf" srcId="{ABAA606A-8F9D-4799-BB22-5FC8221EDEAF}" destId="{E1297FD6-0B66-9D46-BE99-0B6EEFEFEFDD}" srcOrd="0" destOrd="0" presId="urn:microsoft.com/office/officeart/2016/7/layout/LinearBlockProcessNumbered"/>
    <dgm:cxn modelId="{0D7E9216-C53F-2C48-A873-C4E92A70AAFF}" type="presOf" srcId="{F24FA5D2-C1A5-43AB-91C5-EA758AB989A1}" destId="{22A9ECB3-65D7-4647-A74D-AF8CE875E2AC}" srcOrd="0" destOrd="0" presId="urn:microsoft.com/office/officeart/2016/7/layout/LinearBlockProcessNumbered"/>
    <dgm:cxn modelId="{2D0EAE30-4DED-224D-93EF-35A41960A794}" type="presOf" srcId="{F77F94C1-D2D3-4C0B-9B96-AC33D9CBB170}" destId="{C5A47B21-06D4-C046-A09F-B397CE639248}" srcOrd="0" destOrd="0" presId="urn:microsoft.com/office/officeart/2016/7/layout/LinearBlockProcessNumbered"/>
    <dgm:cxn modelId="{A3F2B53B-0A8B-6B4A-85FB-4E25C377D684}" type="presOf" srcId="{3DAA4B8C-E2FD-479B-89EB-D915ED8A1B4B}" destId="{DBEE80E4-28D0-DC47-9D2B-274ABB8DFA3A}" srcOrd="0" destOrd="0" presId="urn:microsoft.com/office/officeart/2016/7/layout/LinearBlockProcessNumbered"/>
    <dgm:cxn modelId="{3299DC3B-A324-1342-B3FF-2621D05213ED}" type="presOf" srcId="{F77F94C1-D2D3-4C0B-9B96-AC33D9CBB170}" destId="{DD812B80-8018-5E4E-80A6-0E9FE55B4BBD}" srcOrd="1" destOrd="0" presId="urn:microsoft.com/office/officeart/2016/7/layout/LinearBlockProcessNumbered"/>
    <dgm:cxn modelId="{9FE01C4E-FF30-4A02-BD2D-07BD17193DF0}" srcId="{2ED8CDE4-306F-47E8-BB82-E634A82588BB}" destId="{F24FA5D2-C1A5-43AB-91C5-EA758AB989A1}" srcOrd="1" destOrd="0" parTransId="{C7B29D97-9B5E-434E-9781-186BC37AD234}" sibTransId="{3DAA4B8C-E2FD-479B-89EB-D915ED8A1B4B}"/>
    <dgm:cxn modelId="{37FCB957-DC56-D041-8B82-5CF06119F77B}" type="presOf" srcId="{C6C669DB-31E9-497F-92BB-CE7619289C27}" destId="{2D6B9B23-1FA8-F246-B427-00B6B5632CB3}" srcOrd="0" destOrd="0" presId="urn:microsoft.com/office/officeart/2016/7/layout/LinearBlockProcessNumbered"/>
    <dgm:cxn modelId="{ABB0F868-DE89-4633-87E0-89F3F4A0FEEC}" srcId="{2ED8CDE4-306F-47E8-BB82-E634A82588BB}" destId="{F77F94C1-D2D3-4C0B-9B96-AC33D9CBB170}" srcOrd="2" destOrd="0" parTransId="{8522C971-A737-49E2-A0B0-2863CCE7F5A7}" sibTransId="{ABAA606A-8F9D-4799-BB22-5FC8221EDEAF}"/>
    <dgm:cxn modelId="{B747466C-642E-4743-B84A-7C9BBBFB6AFD}" srcId="{2ED8CDE4-306F-47E8-BB82-E634A82588BB}" destId="{C6C669DB-31E9-497F-92BB-CE7619289C27}" srcOrd="0" destOrd="0" parTransId="{BF29CA23-F06A-4C22-B328-E46EA9D0CC87}" sibTransId="{5A8B30F3-7AEE-44C2-A189-C835C2105007}"/>
    <dgm:cxn modelId="{F0D77EB5-616E-CE42-B045-5CFA0401C37C}" type="presOf" srcId="{5A8B30F3-7AEE-44C2-A189-C835C2105007}" destId="{13F97825-3CCB-484C-871F-6F24056058DA}" srcOrd="0" destOrd="0" presId="urn:microsoft.com/office/officeart/2016/7/layout/LinearBlockProcessNumbered"/>
    <dgm:cxn modelId="{88FB4FC0-6730-174A-84D7-BF94355E4B02}" type="presOf" srcId="{F24FA5D2-C1A5-43AB-91C5-EA758AB989A1}" destId="{E0B451D8-830D-FC47-820B-B15A3A6F9FA3}" srcOrd="1" destOrd="0" presId="urn:microsoft.com/office/officeart/2016/7/layout/LinearBlockProcessNumbered"/>
    <dgm:cxn modelId="{CAF983DB-BDB7-BE4F-A472-1AD2EC09E3F4}" type="presOf" srcId="{2ED8CDE4-306F-47E8-BB82-E634A82588BB}" destId="{B945B820-0C12-DC46-B359-BC3C8BCBCF80}" srcOrd="0" destOrd="0" presId="urn:microsoft.com/office/officeart/2016/7/layout/LinearBlockProcessNumbered"/>
    <dgm:cxn modelId="{2A459CFB-A1DE-0D49-88E6-3EA63CD79531}" type="presOf" srcId="{C6C669DB-31E9-497F-92BB-CE7619289C27}" destId="{6240489F-07FC-594A-A9C7-FCA191C3C60A}" srcOrd="1" destOrd="0" presId="urn:microsoft.com/office/officeart/2016/7/layout/LinearBlockProcessNumbered"/>
    <dgm:cxn modelId="{6A0C0C27-08E9-124A-AA03-F121DFB530D2}" type="presParOf" srcId="{B945B820-0C12-DC46-B359-BC3C8BCBCF80}" destId="{28BD5ECA-BA4B-0F4E-A22D-4C7169ED3E58}" srcOrd="0" destOrd="0" presId="urn:microsoft.com/office/officeart/2016/7/layout/LinearBlockProcessNumbered"/>
    <dgm:cxn modelId="{AA80DB4C-435E-A844-B830-98CB1CD3B2CE}" type="presParOf" srcId="{28BD5ECA-BA4B-0F4E-A22D-4C7169ED3E58}" destId="{2D6B9B23-1FA8-F246-B427-00B6B5632CB3}" srcOrd="0" destOrd="0" presId="urn:microsoft.com/office/officeart/2016/7/layout/LinearBlockProcessNumbered"/>
    <dgm:cxn modelId="{08773AC4-A350-8345-B135-45C9DC079766}" type="presParOf" srcId="{28BD5ECA-BA4B-0F4E-A22D-4C7169ED3E58}" destId="{13F97825-3CCB-484C-871F-6F24056058DA}" srcOrd="1" destOrd="0" presId="urn:microsoft.com/office/officeart/2016/7/layout/LinearBlockProcessNumbered"/>
    <dgm:cxn modelId="{29326C8A-85A2-854E-A922-B33E0473A124}" type="presParOf" srcId="{28BD5ECA-BA4B-0F4E-A22D-4C7169ED3E58}" destId="{6240489F-07FC-594A-A9C7-FCA191C3C60A}" srcOrd="2" destOrd="0" presId="urn:microsoft.com/office/officeart/2016/7/layout/LinearBlockProcessNumbered"/>
    <dgm:cxn modelId="{5650F919-0E07-A24C-A0A5-FB928B0467EE}" type="presParOf" srcId="{B945B820-0C12-DC46-B359-BC3C8BCBCF80}" destId="{7C25E12B-52B3-8045-B60A-EAF4E54934FD}" srcOrd="1" destOrd="0" presId="urn:microsoft.com/office/officeart/2016/7/layout/LinearBlockProcessNumbered"/>
    <dgm:cxn modelId="{C042C598-BE65-CE4A-A607-0B91CBE5BE8C}" type="presParOf" srcId="{B945B820-0C12-DC46-B359-BC3C8BCBCF80}" destId="{760C6155-7205-BA4C-993F-DB28486BE816}" srcOrd="2" destOrd="0" presId="urn:microsoft.com/office/officeart/2016/7/layout/LinearBlockProcessNumbered"/>
    <dgm:cxn modelId="{8C62950A-0FF3-BA4B-9B04-44E23BFF5E6F}" type="presParOf" srcId="{760C6155-7205-BA4C-993F-DB28486BE816}" destId="{22A9ECB3-65D7-4647-A74D-AF8CE875E2AC}" srcOrd="0" destOrd="0" presId="urn:microsoft.com/office/officeart/2016/7/layout/LinearBlockProcessNumbered"/>
    <dgm:cxn modelId="{6F13C346-9CCD-3C4B-B83F-D85A7F18A8FC}" type="presParOf" srcId="{760C6155-7205-BA4C-993F-DB28486BE816}" destId="{DBEE80E4-28D0-DC47-9D2B-274ABB8DFA3A}" srcOrd="1" destOrd="0" presId="urn:microsoft.com/office/officeart/2016/7/layout/LinearBlockProcessNumbered"/>
    <dgm:cxn modelId="{65BA0538-1BCA-CB49-9F49-DFB6190EBBC6}" type="presParOf" srcId="{760C6155-7205-BA4C-993F-DB28486BE816}" destId="{E0B451D8-830D-FC47-820B-B15A3A6F9FA3}" srcOrd="2" destOrd="0" presId="urn:microsoft.com/office/officeart/2016/7/layout/LinearBlockProcessNumbered"/>
    <dgm:cxn modelId="{35317600-6120-2D45-ADE9-9F170E87A461}" type="presParOf" srcId="{B945B820-0C12-DC46-B359-BC3C8BCBCF80}" destId="{BD7B7743-7A74-3B46-8A25-3F4A4BFC6960}" srcOrd="3" destOrd="0" presId="urn:microsoft.com/office/officeart/2016/7/layout/LinearBlockProcessNumbered"/>
    <dgm:cxn modelId="{3538FB25-E521-C74C-8A1C-CE4DAA251841}" type="presParOf" srcId="{B945B820-0C12-DC46-B359-BC3C8BCBCF80}" destId="{A1DFF73C-B5DC-D646-A937-6C88575A2232}" srcOrd="4" destOrd="0" presId="urn:microsoft.com/office/officeart/2016/7/layout/LinearBlockProcessNumbered"/>
    <dgm:cxn modelId="{CB138319-3FD6-DF45-9268-AB41AB249D0B}" type="presParOf" srcId="{A1DFF73C-B5DC-D646-A937-6C88575A2232}" destId="{C5A47B21-06D4-C046-A09F-B397CE639248}" srcOrd="0" destOrd="0" presId="urn:microsoft.com/office/officeart/2016/7/layout/LinearBlockProcessNumbered"/>
    <dgm:cxn modelId="{CAD525B0-4657-2242-8E7D-D8B282F80500}" type="presParOf" srcId="{A1DFF73C-B5DC-D646-A937-6C88575A2232}" destId="{E1297FD6-0B66-9D46-BE99-0B6EEFEFEFDD}" srcOrd="1" destOrd="0" presId="urn:microsoft.com/office/officeart/2016/7/layout/LinearBlockProcessNumbered"/>
    <dgm:cxn modelId="{44A77B56-5E9D-0248-A40F-48F624DC6BFA}" type="presParOf" srcId="{A1DFF73C-B5DC-D646-A937-6C88575A2232}" destId="{DD812B80-8018-5E4E-80A6-0E9FE55B4BBD}"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62C3F39-6F7C-3348-BEC3-BFEDEFC4AD97}" type="doc">
      <dgm:prSet loTypeId="urn:microsoft.com/office/officeart/2005/8/layout/hierarchy1" loCatId="" qsTypeId="urn:microsoft.com/office/officeart/2005/8/quickstyle/simple1" qsCatId="simple" csTypeId="urn:microsoft.com/office/officeart/2005/8/colors/accent1_2" csCatId="accent1" phldr="1"/>
      <dgm:spPr/>
      <dgm:t>
        <a:bodyPr/>
        <a:lstStyle/>
        <a:p>
          <a:endParaRPr lang="en-US"/>
        </a:p>
      </dgm:t>
    </dgm:pt>
    <dgm:pt modelId="{8DDA1D74-B7B2-154C-989D-CF8110933730}">
      <dgm:prSet phldrT="[Text]"/>
      <dgm:spPr/>
      <dgm:t>
        <a:bodyPr/>
        <a:lstStyle/>
        <a:p>
          <a:r>
            <a:rPr lang="en-US" b="1" dirty="0"/>
            <a:t>Primary Use Cases</a:t>
          </a:r>
        </a:p>
      </dgm:t>
    </dgm:pt>
    <dgm:pt modelId="{12F7FC7F-25F8-CB4E-BD3A-B856ABC33444}" type="parTrans" cxnId="{E604A40B-CCB7-3A41-BF70-36D5C126F5D3}">
      <dgm:prSet/>
      <dgm:spPr/>
      <dgm:t>
        <a:bodyPr/>
        <a:lstStyle/>
        <a:p>
          <a:endParaRPr lang="en-US"/>
        </a:p>
      </dgm:t>
    </dgm:pt>
    <dgm:pt modelId="{4263168C-E3C5-9540-BE44-F0E33ACCCB1A}" type="sibTrans" cxnId="{E604A40B-CCB7-3A41-BF70-36D5C126F5D3}">
      <dgm:prSet/>
      <dgm:spPr/>
      <dgm:t>
        <a:bodyPr/>
        <a:lstStyle/>
        <a:p>
          <a:endParaRPr lang="en-US"/>
        </a:p>
      </dgm:t>
    </dgm:pt>
    <dgm:pt modelId="{4F8DD7E3-320D-5548-9319-344A17B9EFEE}">
      <dgm:prSet phldrT="[Text]"/>
      <dgm:spPr/>
      <dgm:t>
        <a:bodyPr/>
        <a:lstStyle/>
        <a:p>
          <a:r>
            <a:rPr lang="en-US" dirty="0">
              <a:latin typeface="Times New Roman" panose="02020603050405020304" pitchFamily="18" charset="0"/>
              <a:cs typeface="Times New Roman" panose="02020603050405020304" pitchFamily="18" charset="0"/>
            </a:rPr>
            <a:t>Sport discovery based on functional needs</a:t>
          </a:r>
          <a:endParaRPr lang="en-US" dirty="0"/>
        </a:p>
      </dgm:t>
    </dgm:pt>
    <dgm:pt modelId="{023A5A6B-2844-9640-8913-C91F3ED147C4}" type="parTrans" cxnId="{E0D49117-E2D3-B243-B63A-6E9865EB0AF9}">
      <dgm:prSet/>
      <dgm:spPr/>
      <dgm:t>
        <a:bodyPr/>
        <a:lstStyle/>
        <a:p>
          <a:endParaRPr lang="en-US"/>
        </a:p>
      </dgm:t>
    </dgm:pt>
    <dgm:pt modelId="{D1A4364F-10A7-164F-8FDE-1BB716744D92}" type="sibTrans" cxnId="{E0D49117-E2D3-B243-B63A-6E9865EB0AF9}">
      <dgm:prSet/>
      <dgm:spPr/>
      <dgm:t>
        <a:bodyPr/>
        <a:lstStyle/>
        <a:p>
          <a:endParaRPr lang="en-US"/>
        </a:p>
      </dgm:t>
    </dgm:pt>
    <dgm:pt modelId="{14116C81-9320-9A45-B81B-E32A81DAC9F6}">
      <dgm:prSet phldrT="[Text]"/>
      <dgm:spPr/>
      <dgm:t>
        <a:bodyPr/>
        <a:lstStyle/>
        <a:p>
          <a:r>
            <a:rPr lang="en-US" dirty="0">
              <a:latin typeface="Times New Roman" panose="02020603050405020304" pitchFamily="18" charset="0"/>
              <a:cs typeface="Times New Roman" panose="02020603050405020304" pitchFamily="18" charset="0"/>
            </a:rPr>
            <a:t>Adaptive equipment guidance with Move United links</a:t>
          </a:r>
          <a:endParaRPr lang="en-US" dirty="0"/>
        </a:p>
      </dgm:t>
    </dgm:pt>
    <dgm:pt modelId="{7AF17858-B9A3-014C-835C-5775D81D9BC5}" type="parTrans" cxnId="{C2DF8E8D-AB55-7540-83B1-829027577E0F}">
      <dgm:prSet/>
      <dgm:spPr/>
      <dgm:t>
        <a:bodyPr/>
        <a:lstStyle/>
        <a:p>
          <a:endParaRPr lang="en-US"/>
        </a:p>
      </dgm:t>
    </dgm:pt>
    <dgm:pt modelId="{0B504E72-9132-904B-9DF3-C6406E699EB2}" type="sibTrans" cxnId="{C2DF8E8D-AB55-7540-83B1-829027577E0F}">
      <dgm:prSet/>
      <dgm:spPr/>
      <dgm:t>
        <a:bodyPr/>
        <a:lstStyle/>
        <a:p>
          <a:endParaRPr lang="en-US"/>
        </a:p>
      </dgm:t>
    </dgm:pt>
    <dgm:pt modelId="{4D166CC3-24C7-4646-AE26-EC612483894E}">
      <dgm:prSet phldrT="[Text]"/>
      <dgm:spPr/>
      <dgm:t>
        <a:bodyPr/>
        <a:lstStyle/>
        <a:p>
          <a:r>
            <a:rPr lang="en-US" dirty="0">
              <a:latin typeface="Times New Roman" panose="02020603050405020304" pitchFamily="18" charset="0"/>
              <a:cs typeface="Times New Roman" panose="02020603050405020304" pitchFamily="18" charset="0"/>
            </a:rPr>
            <a:t>Facility and program search</a:t>
          </a:r>
          <a:endParaRPr lang="en-US" dirty="0"/>
        </a:p>
      </dgm:t>
    </dgm:pt>
    <dgm:pt modelId="{DCBEED06-CEA2-5F41-BE3B-735201B86F72}" type="parTrans" cxnId="{430E0B97-4B08-5648-BBBF-1D5E50CEAF9A}">
      <dgm:prSet/>
      <dgm:spPr/>
      <dgm:t>
        <a:bodyPr/>
        <a:lstStyle/>
        <a:p>
          <a:endParaRPr lang="en-US"/>
        </a:p>
      </dgm:t>
    </dgm:pt>
    <dgm:pt modelId="{4D606AE9-CA91-A346-B29A-4326569DD2F9}" type="sibTrans" cxnId="{430E0B97-4B08-5648-BBBF-1D5E50CEAF9A}">
      <dgm:prSet/>
      <dgm:spPr/>
      <dgm:t>
        <a:bodyPr/>
        <a:lstStyle/>
        <a:p>
          <a:endParaRPr lang="en-US"/>
        </a:p>
      </dgm:t>
    </dgm:pt>
    <dgm:pt modelId="{8AB0E46E-67E2-2B4A-8D90-1333C672541E}">
      <dgm:prSet phldrT="[Text]"/>
      <dgm:spPr/>
      <dgm:t>
        <a:bodyPr/>
        <a:lstStyle/>
        <a:p>
          <a:r>
            <a:rPr lang="en-US" dirty="0">
              <a:latin typeface="Times New Roman" panose="02020603050405020304" pitchFamily="18" charset="0"/>
              <a:cs typeface="Times New Roman" panose="02020603050405020304" pitchFamily="18" charset="0"/>
            </a:rPr>
            <a:t>General accessibility guidance for coaches, schools, and caregivers</a:t>
          </a:r>
          <a:endParaRPr lang="en-US" dirty="0"/>
        </a:p>
      </dgm:t>
    </dgm:pt>
    <dgm:pt modelId="{5155E5BA-D37B-5049-A179-01B219F5B2AC}" type="parTrans" cxnId="{F196D721-5BC3-674E-AD98-A7C6633610DE}">
      <dgm:prSet/>
      <dgm:spPr/>
      <dgm:t>
        <a:bodyPr/>
        <a:lstStyle/>
        <a:p>
          <a:endParaRPr lang="en-US"/>
        </a:p>
      </dgm:t>
    </dgm:pt>
    <dgm:pt modelId="{028AD651-7F2D-9947-AF99-0C410CA5305F}" type="sibTrans" cxnId="{F196D721-5BC3-674E-AD98-A7C6633610DE}">
      <dgm:prSet/>
      <dgm:spPr/>
      <dgm:t>
        <a:bodyPr/>
        <a:lstStyle/>
        <a:p>
          <a:endParaRPr lang="en-US"/>
        </a:p>
      </dgm:t>
    </dgm:pt>
    <dgm:pt modelId="{720C3189-136B-9645-AA30-E2F23A64FF17}" type="pres">
      <dgm:prSet presAssocID="{562C3F39-6F7C-3348-BEC3-BFEDEFC4AD97}" presName="hierChild1" presStyleCnt="0">
        <dgm:presLayoutVars>
          <dgm:chPref val="1"/>
          <dgm:dir/>
          <dgm:animOne val="branch"/>
          <dgm:animLvl val="lvl"/>
          <dgm:resizeHandles/>
        </dgm:presLayoutVars>
      </dgm:prSet>
      <dgm:spPr/>
    </dgm:pt>
    <dgm:pt modelId="{33136F69-F162-254D-AFDA-9886DC5FD9F3}" type="pres">
      <dgm:prSet presAssocID="{8DDA1D74-B7B2-154C-989D-CF8110933730}" presName="hierRoot1" presStyleCnt="0"/>
      <dgm:spPr/>
    </dgm:pt>
    <dgm:pt modelId="{56B6902F-8B16-6B48-BD35-6D7235238964}" type="pres">
      <dgm:prSet presAssocID="{8DDA1D74-B7B2-154C-989D-CF8110933730}" presName="composite" presStyleCnt="0"/>
      <dgm:spPr/>
    </dgm:pt>
    <dgm:pt modelId="{C5FA56F3-3456-424E-A646-FCE38FA0D721}" type="pres">
      <dgm:prSet presAssocID="{8DDA1D74-B7B2-154C-989D-CF8110933730}" presName="background" presStyleLbl="node0" presStyleIdx="0" presStyleCnt="1"/>
      <dgm:spPr/>
    </dgm:pt>
    <dgm:pt modelId="{20155B90-D2E7-1C47-90CE-258A3E7F2DAA}" type="pres">
      <dgm:prSet presAssocID="{8DDA1D74-B7B2-154C-989D-CF8110933730}" presName="text" presStyleLbl="fgAcc0" presStyleIdx="0" presStyleCnt="1">
        <dgm:presLayoutVars>
          <dgm:chPref val="3"/>
        </dgm:presLayoutVars>
      </dgm:prSet>
      <dgm:spPr/>
    </dgm:pt>
    <dgm:pt modelId="{ECCE3900-DF4D-C642-8DC9-6B92A9F5526C}" type="pres">
      <dgm:prSet presAssocID="{8DDA1D74-B7B2-154C-989D-CF8110933730}" presName="hierChild2" presStyleCnt="0"/>
      <dgm:spPr/>
    </dgm:pt>
    <dgm:pt modelId="{B81C42A0-6E45-5946-A85D-15FE1A7F355F}" type="pres">
      <dgm:prSet presAssocID="{023A5A6B-2844-9640-8913-C91F3ED147C4}" presName="Name10" presStyleLbl="parChTrans1D2" presStyleIdx="0" presStyleCnt="4"/>
      <dgm:spPr/>
    </dgm:pt>
    <dgm:pt modelId="{282BAD90-E2EB-BF4F-8D33-2F9194401EA6}" type="pres">
      <dgm:prSet presAssocID="{4F8DD7E3-320D-5548-9319-344A17B9EFEE}" presName="hierRoot2" presStyleCnt="0"/>
      <dgm:spPr/>
    </dgm:pt>
    <dgm:pt modelId="{12E647E0-9942-E94C-844F-0B7C8F0BE0A2}" type="pres">
      <dgm:prSet presAssocID="{4F8DD7E3-320D-5548-9319-344A17B9EFEE}" presName="composite2" presStyleCnt="0"/>
      <dgm:spPr/>
    </dgm:pt>
    <dgm:pt modelId="{23136E41-2537-654A-8DB9-C7BCD50C8BD6}" type="pres">
      <dgm:prSet presAssocID="{4F8DD7E3-320D-5548-9319-344A17B9EFEE}" presName="background2" presStyleLbl="node2" presStyleIdx="0" presStyleCnt="4"/>
      <dgm:spPr/>
    </dgm:pt>
    <dgm:pt modelId="{5E7F3E3D-59DC-D042-86E7-3E9469797EDF}" type="pres">
      <dgm:prSet presAssocID="{4F8DD7E3-320D-5548-9319-344A17B9EFEE}" presName="text2" presStyleLbl="fgAcc2" presStyleIdx="0" presStyleCnt="4">
        <dgm:presLayoutVars>
          <dgm:chPref val="3"/>
        </dgm:presLayoutVars>
      </dgm:prSet>
      <dgm:spPr/>
    </dgm:pt>
    <dgm:pt modelId="{2B1615C4-F613-7A4D-8B56-42F94724BFE9}" type="pres">
      <dgm:prSet presAssocID="{4F8DD7E3-320D-5548-9319-344A17B9EFEE}" presName="hierChild3" presStyleCnt="0"/>
      <dgm:spPr/>
    </dgm:pt>
    <dgm:pt modelId="{ECBE9B1C-BB40-8945-9F7D-E1E105AAC127}" type="pres">
      <dgm:prSet presAssocID="{7AF17858-B9A3-014C-835C-5775D81D9BC5}" presName="Name10" presStyleLbl="parChTrans1D2" presStyleIdx="1" presStyleCnt="4"/>
      <dgm:spPr/>
    </dgm:pt>
    <dgm:pt modelId="{A20CEBF1-2A0F-754D-AD06-C905D3292917}" type="pres">
      <dgm:prSet presAssocID="{14116C81-9320-9A45-B81B-E32A81DAC9F6}" presName="hierRoot2" presStyleCnt="0"/>
      <dgm:spPr/>
    </dgm:pt>
    <dgm:pt modelId="{C45EEB23-0329-1F4A-8832-38847F38136C}" type="pres">
      <dgm:prSet presAssocID="{14116C81-9320-9A45-B81B-E32A81DAC9F6}" presName="composite2" presStyleCnt="0"/>
      <dgm:spPr/>
    </dgm:pt>
    <dgm:pt modelId="{5A8A2668-6F5A-844A-B1C3-3E6B1633C69E}" type="pres">
      <dgm:prSet presAssocID="{14116C81-9320-9A45-B81B-E32A81DAC9F6}" presName="background2" presStyleLbl="node2" presStyleIdx="1" presStyleCnt="4"/>
      <dgm:spPr/>
    </dgm:pt>
    <dgm:pt modelId="{2F88CE7B-1529-A64B-BD89-6A429D080A88}" type="pres">
      <dgm:prSet presAssocID="{14116C81-9320-9A45-B81B-E32A81DAC9F6}" presName="text2" presStyleLbl="fgAcc2" presStyleIdx="1" presStyleCnt="4">
        <dgm:presLayoutVars>
          <dgm:chPref val="3"/>
        </dgm:presLayoutVars>
      </dgm:prSet>
      <dgm:spPr/>
    </dgm:pt>
    <dgm:pt modelId="{4F8A2B38-1773-8F40-9395-87A89B48E9B1}" type="pres">
      <dgm:prSet presAssocID="{14116C81-9320-9A45-B81B-E32A81DAC9F6}" presName="hierChild3" presStyleCnt="0"/>
      <dgm:spPr/>
    </dgm:pt>
    <dgm:pt modelId="{586578B7-6544-B743-AC9F-E5C18AB80C8B}" type="pres">
      <dgm:prSet presAssocID="{DCBEED06-CEA2-5F41-BE3B-735201B86F72}" presName="Name10" presStyleLbl="parChTrans1D2" presStyleIdx="2" presStyleCnt="4"/>
      <dgm:spPr/>
    </dgm:pt>
    <dgm:pt modelId="{E5DACC8F-BB01-6F44-A9F0-ADB63346B13C}" type="pres">
      <dgm:prSet presAssocID="{4D166CC3-24C7-4646-AE26-EC612483894E}" presName="hierRoot2" presStyleCnt="0"/>
      <dgm:spPr/>
    </dgm:pt>
    <dgm:pt modelId="{F7A5D15A-FDDC-4440-904B-93EA94854A06}" type="pres">
      <dgm:prSet presAssocID="{4D166CC3-24C7-4646-AE26-EC612483894E}" presName="composite2" presStyleCnt="0"/>
      <dgm:spPr/>
    </dgm:pt>
    <dgm:pt modelId="{F3ECF1CD-7456-2D45-96C0-393D3AEF6460}" type="pres">
      <dgm:prSet presAssocID="{4D166CC3-24C7-4646-AE26-EC612483894E}" presName="background2" presStyleLbl="node2" presStyleIdx="2" presStyleCnt="4"/>
      <dgm:spPr/>
    </dgm:pt>
    <dgm:pt modelId="{E14446DF-71DF-1F4B-B69E-E2CCF4C56643}" type="pres">
      <dgm:prSet presAssocID="{4D166CC3-24C7-4646-AE26-EC612483894E}" presName="text2" presStyleLbl="fgAcc2" presStyleIdx="2" presStyleCnt="4">
        <dgm:presLayoutVars>
          <dgm:chPref val="3"/>
        </dgm:presLayoutVars>
      </dgm:prSet>
      <dgm:spPr/>
    </dgm:pt>
    <dgm:pt modelId="{80CD2AAF-5BE2-9843-9D60-9DA2DAC5439A}" type="pres">
      <dgm:prSet presAssocID="{4D166CC3-24C7-4646-AE26-EC612483894E}" presName="hierChild3" presStyleCnt="0"/>
      <dgm:spPr/>
    </dgm:pt>
    <dgm:pt modelId="{4F5BBDC5-EAF7-A446-B4DC-76C680EED206}" type="pres">
      <dgm:prSet presAssocID="{5155E5BA-D37B-5049-A179-01B219F5B2AC}" presName="Name10" presStyleLbl="parChTrans1D2" presStyleIdx="3" presStyleCnt="4"/>
      <dgm:spPr/>
    </dgm:pt>
    <dgm:pt modelId="{F63E3923-25E5-ED46-B70F-EF93933B0C7B}" type="pres">
      <dgm:prSet presAssocID="{8AB0E46E-67E2-2B4A-8D90-1333C672541E}" presName="hierRoot2" presStyleCnt="0"/>
      <dgm:spPr/>
    </dgm:pt>
    <dgm:pt modelId="{3A11135E-19DF-8840-AE0C-4CE17169CBA2}" type="pres">
      <dgm:prSet presAssocID="{8AB0E46E-67E2-2B4A-8D90-1333C672541E}" presName="composite2" presStyleCnt="0"/>
      <dgm:spPr/>
    </dgm:pt>
    <dgm:pt modelId="{669FD0E3-3FFD-F14A-A510-59A0D8A375D6}" type="pres">
      <dgm:prSet presAssocID="{8AB0E46E-67E2-2B4A-8D90-1333C672541E}" presName="background2" presStyleLbl="node2" presStyleIdx="3" presStyleCnt="4"/>
      <dgm:spPr/>
    </dgm:pt>
    <dgm:pt modelId="{E6581391-BB65-354F-9D60-3326BE78B58E}" type="pres">
      <dgm:prSet presAssocID="{8AB0E46E-67E2-2B4A-8D90-1333C672541E}" presName="text2" presStyleLbl="fgAcc2" presStyleIdx="3" presStyleCnt="4">
        <dgm:presLayoutVars>
          <dgm:chPref val="3"/>
        </dgm:presLayoutVars>
      </dgm:prSet>
      <dgm:spPr/>
    </dgm:pt>
    <dgm:pt modelId="{86034FA9-7A1F-7D42-B32D-B3C730730A8B}" type="pres">
      <dgm:prSet presAssocID="{8AB0E46E-67E2-2B4A-8D90-1333C672541E}" presName="hierChild3" presStyleCnt="0"/>
      <dgm:spPr/>
    </dgm:pt>
  </dgm:ptLst>
  <dgm:cxnLst>
    <dgm:cxn modelId="{65A7FF08-EE08-1247-97E5-3B2E20FB2C1C}" type="presOf" srcId="{DCBEED06-CEA2-5F41-BE3B-735201B86F72}" destId="{586578B7-6544-B743-AC9F-E5C18AB80C8B}" srcOrd="0" destOrd="0" presId="urn:microsoft.com/office/officeart/2005/8/layout/hierarchy1"/>
    <dgm:cxn modelId="{E604A40B-CCB7-3A41-BF70-36D5C126F5D3}" srcId="{562C3F39-6F7C-3348-BEC3-BFEDEFC4AD97}" destId="{8DDA1D74-B7B2-154C-989D-CF8110933730}" srcOrd="0" destOrd="0" parTransId="{12F7FC7F-25F8-CB4E-BD3A-B856ABC33444}" sibTransId="{4263168C-E3C5-9540-BE44-F0E33ACCCB1A}"/>
    <dgm:cxn modelId="{8EC2890D-433C-0343-ABFF-779F9383BED9}" type="presOf" srcId="{023A5A6B-2844-9640-8913-C91F3ED147C4}" destId="{B81C42A0-6E45-5946-A85D-15FE1A7F355F}" srcOrd="0" destOrd="0" presId="urn:microsoft.com/office/officeart/2005/8/layout/hierarchy1"/>
    <dgm:cxn modelId="{E0D49117-E2D3-B243-B63A-6E9865EB0AF9}" srcId="{8DDA1D74-B7B2-154C-989D-CF8110933730}" destId="{4F8DD7E3-320D-5548-9319-344A17B9EFEE}" srcOrd="0" destOrd="0" parTransId="{023A5A6B-2844-9640-8913-C91F3ED147C4}" sibTransId="{D1A4364F-10A7-164F-8FDE-1BB716744D92}"/>
    <dgm:cxn modelId="{F196D721-5BC3-674E-AD98-A7C6633610DE}" srcId="{8DDA1D74-B7B2-154C-989D-CF8110933730}" destId="{8AB0E46E-67E2-2B4A-8D90-1333C672541E}" srcOrd="3" destOrd="0" parTransId="{5155E5BA-D37B-5049-A179-01B219F5B2AC}" sibTransId="{028AD651-7F2D-9947-AF99-0C410CA5305F}"/>
    <dgm:cxn modelId="{69A4F824-C398-DA48-83D8-2AECE4956F29}" type="presOf" srcId="{8AB0E46E-67E2-2B4A-8D90-1333C672541E}" destId="{E6581391-BB65-354F-9D60-3326BE78B58E}" srcOrd="0" destOrd="0" presId="urn:microsoft.com/office/officeart/2005/8/layout/hierarchy1"/>
    <dgm:cxn modelId="{459E525A-3D4E-2449-91DF-879D959FAE12}" type="presOf" srcId="{4F8DD7E3-320D-5548-9319-344A17B9EFEE}" destId="{5E7F3E3D-59DC-D042-86E7-3E9469797EDF}" srcOrd="0" destOrd="0" presId="urn:microsoft.com/office/officeart/2005/8/layout/hierarchy1"/>
    <dgm:cxn modelId="{93D5E95A-B87C-5849-9B89-B77E4BBA8B27}" type="presOf" srcId="{8DDA1D74-B7B2-154C-989D-CF8110933730}" destId="{20155B90-D2E7-1C47-90CE-258A3E7F2DAA}" srcOrd="0" destOrd="0" presId="urn:microsoft.com/office/officeart/2005/8/layout/hierarchy1"/>
    <dgm:cxn modelId="{D569806B-15B3-2940-BDEE-121317DF6148}" type="presOf" srcId="{7AF17858-B9A3-014C-835C-5775D81D9BC5}" destId="{ECBE9B1C-BB40-8945-9F7D-E1E105AAC127}" srcOrd="0" destOrd="0" presId="urn:microsoft.com/office/officeart/2005/8/layout/hierarchy1"/>
    <dgm:cxn modelId="{32C28378-E40E-0747-8839-F33D884F826A}" type="presOf" srcId="{14116C81-9320-9A45-B81B-E32A81DAC9F6}" destId="{2F88CE7B-1529-A64B-BD89-6A429D080A88}" srcOrd="0" destOrd="0" presId="urn:microsoft.com/office/officeart/2005/8/layout/hierarchy1"/>
    <dgm:cxn modelId="{C2DF8E8D-AB55-7540-83B1-829027577E0F}" srcId="{8DDA1D74-B7B2-154C-989D-CF8110933730}" destId="{14116C81-9320-9A45-B81B-E32A81DAC9F6}" srcOrd="1" destOrd="0" parTransId="{7AF17858-B9A3-014C-835C-5775D81D9BC5}" sibTransId="{0B504E72-9132-904B-9DF3-C6406E699EB2}"/>
    <dgm:cxn modelId="{4CBF4F91-4DE7-D943-BDB0-762E620C40AA}" type="presOf" srcId="{562C3F39-6F7C-3348-BEC3-BFEDEFC4AD97}" destId="{720C3189-136B-9645-AA30-E2F23A64FF17}" srcOrd="0" destOrd="0" presId="urn:microsoft.com/office/officeart/2005/8/layout/hierarchy1"/>
    <dgm:cxn modelId="{430E0B97-4B08-5648-BBBF-1D5E50CEAF9A}" srcId="{8DDA1D74-B7B2-154C-989D-CF8110933730}" destId="{4D166CC3-24C7-4646-AE26-EC612483894E}" srcOrd="2" destOrd="0" parTransId="{DCBEED06-CEA2-5F41-BE3B-735201B86F72}" sibTransId="{4D606AE9-CA91-A346-B29A-4326569DD2F9}"/>
    <dgm:cxn modelId="{FBC4CDCC-F682-694D-8DDD-2A30E45A2A07}" type="presOf" srcId="{4D166CC3-24C7-4646-AE26-EC612483894E}" destId="{E14446DF-71DF-1F4B-B69E-E2CCF4C56643}" srcOrd="0" destOrd="0" presId="urn:microsoft.com/office/officeart/2005/8/layout/hierarchy1"/>
    <dgm:cxn modelId="{E1B7E2DE-63D6-8041-89E5-53AAB790FF70}" type="presOf" srcId="{5155E5BA-D37B-5049-A179-01B219F5B2AC}" destId="{4F5BBDC5-EAF7-A446-B4DC-76C680EED206}" srcOrd="0" destOrd="0" presId="urn:microsoft.com/office/officeart/2005/8/layout/hierarchy1"/>
    <dgm:cxn modelId="{C3A4428A-12DD-804E-9E8A-AE110513B59D}" type="presParOf" srcId="{720C3189-136B-9645-AA30-E2F23A64FF17}" destId="{33136F69-F162-254D-AFDA-9886DC5FD9F3}" srcOrd="0" destOrd="0" presId="urn:microsoft.com/office/officeart/2005/8/layout/hierarchy1"/>
    <dgm:cxn modelId="{34AFDC81-E9ED-344C-87E0-EEA223E51B03}" type="presParOf" srcId="{33136F69-F162-254D-AFDA-9886DC5FD9F3}" destId="{56B6902F-8B16-6B48-BD35-6D7235238964}" srcOrd="0" destOrd="0" presId="urn:microsoft.com/office/officeart/2005/8/layout/hierarchy1"/>
    <dgm:cxn modelId="{1E6F93AF-CCE1-304E-A115-E1E09CFE8427}" type="presParOf" srcId="{56B6902F-8B16-6B48-BD35-6D7235238964}" destId="{C5FA56F3-3456-424E-A646-FCE38FA0D721}" srcOrd="0" destOrd="0" presId="urn:microsoft.com/office/officeart/2005/8/layout/hierarchy1"/>
    <dgm:cxn modelId="{CBF2663D-C453-9E4E-A840-8812D43A4F4F}" type="presParOf" srcId="{56B6902F-8B16-6B48-BD35-6D7235238964}" destId="{20155B90-D2E7-1C47-90CE-258A3E7F2DAA}" srcOrd="1" destOrd="0" presId="urn:microsoft.com/office/officeart/2005/8/layout/hierarchy1"/>
    <dgm:cxn modelId="{96817915-DD5B-6745-AA70-CA08930FB242}" type="presParOf" srcId="{33136F69-F162-254D-AFDA-9886DC5FD9F3}" destId="{ECCE3900-DF4D-C642-8DC9-6B92A9F5526C}" srcOrd="1" destOrd="0" presId="urn:microsoft.com/office/officeart/2005/8/layout/hierarchy1"/>
    <dgm:cxn modelId="{5D9A9DC0-9C10-334F-8803-818C26541227}" type="presParOf" srcId="{ECCE3900-DF4D-C642-8DC9-6B92A9F5526C}" destId="{B81C42A0-6E45-5946-A85D-15FE1A7F355F}" srcOrd="0" destOrd="0" presId="urn:microsoft.com/office/officeart/2005/8/layout/hierarchy1"/>
    <dgm:cxn modelId="{557B21A0-16EF-C34C-8422-DF79117A94CC}" type="presParOf" srcId="{ECCE3900-DF4D-C642-8DC9-6B92A9F5526C}" destId="{282BAD90-E2EB-BF4F-8D33-2F9194401EA6}" srcOrd="1" destOrd="0" presId="urn:microsoft.com/office/officeart/2005/8/layout/hierarchy1"/>
    <dgm:cxn modelId="{BEF78700-6FA6-0841-AF97-AA197A2F58B8}" type="presParOf" srcId="{282BAD90-E2EB-BF4F-8D33-2F9194401EA6}" destId="{12E647E0-9942-E94C-844F-0B7C8F0BE0A2}" srcOrd="0" destOrd="0" presId="urn:microsoft.com/office/officeart/2005/8/layout/hierarchy1"/>
    <dgm:cxn modelId="{AE626D0F-B54D-3E44-8BD9-8DD60A2BB934}" type="presParOf" srcId="{12E647E0-9942-E94C-844F-0B7C8F0BE0A2}" destId="{23136E41-2537-654A-8DB9-C7BCD50C8BD6}" srcOrd="0" destOrd="0" presId="urn:microsoft.com/office/officeart/2005/8/layout/hierarchy1"/>
    <dgm:cxn modelId="{27A5CCBD-E2DB-7349-ADA3-4FC3DB70C574}" type="presParOf" srcId="{12E647E0-9942-E94C-844F-0B7C8F0BE0A2}" destId="{5E7F3E3D-59DC-D042-86E7-3E9469797EDF}" srcOrd="1" destOrd="0" presId="urn:microsoft.com/office/officeart/2005/8/layout/hierarchy1"/>
    <dgm:cxn modelId="{0BB7A8A5-BAC5-5046-9AE7-585BF4CDC8BE}" type="presParOf" srcId="{282BAD90-E2EB-BF4F-8D33-2F9194401EA6}" destId="{2B1615C4-F613-7A4D-8B56-42F94724BFE9}" srcOrd="1" destOrd="0" presId="urn:microsoft.com/office/officeart/2005/8/layout/hierarchy1"/>
    <dgm:cxn modelId="{FABFC1E9-2BE0-B946-ADEF-D9D3DFBA111F}" type="presParOf" srcId="{ECCE3900-DF4D-C642-8DC9-6B92A9F5526C}" destId="{ECBE9B1C-BB40-8945-9F7D-E1E105AAC127}" srcOrd="2" destOrd="0" presId="urn:microsoft.com/office/officeart/2005/8/layout/hierarchy1"/>
    <dgm:cxn modelId="{2A01406B-0BE4-EB42-B295-F8844301BF27}" type="presParOf" srcId="{ECCE3900-DF4D-C642-8DC9-6B92A9F5526C}" destId="{A20CEBF1-2A0F-754D-AD06-C905D3292917}" srcOrd="3" destOrd="0" presId="urn:microsoft.com/office/officeart/2005/8/layout/hierarchy1"/>
    <dgm:cxn modelId="{759BC2C1-55BA-1E41-8851-36B54C8C0C4D}" type="presParOf" srcId="{A20CEBF1-2A0F-754D-AD06-C905D3292917}" destId="{C45EEB23-0329-1F4A-8832-38847F38136C}" srcOrd="0" destOrd="0" presId="urn:microsoft.com/office/officeart/2005/8/layout/hierarchy1"/>
    <dgm:cxn modelId="{AE92B729-8AF9-5E4F-B349-D42F44C17FAD}" type="presParOf" srcId="{C45EEB23-0329-1F4A-8832-38847F38136C}" destId="{5A8A2668-6F5A-844A-B1C3-3E6B1633C69E}" srcOrd="0" destOrd="0" presId="urn:microsoft.com/office/officeart/2005/8/layout/hierarchy1"/>
    <dgm:cxn modelId="{C6B5FD16-78C2-7540-963E-952D601C27B2}" type="presParOf" srcId="{C45EEB23-0329-1F4A-8832-38847F38136C}" destId="{2F88CE7B-1529-A64B-BD89-6A429D080A88}" srcOrd="1" destOrd="0" presId="urn:microsoft.com/office/officeart/2005/8/layout/hierarchy1"/>
    <dgm:cxn modelId="{A2C76FBA-544B-3A4D-80ED-991A8D828014}" type="presParOf" srcId="{A20CEBF1-2A0F-754D-AD06-C905D3292917}" destId="{4F8A2B38-1773-8F40-9395-87A89B48E9B1}" srcOrd="1" destOrd="0" presId="urn:microsoft.com/office/officeart/2005/8/layout/hierarchy1"/>
    <dgm:cxn modelId="{739F5669-D48A-3943-90FB-FD69E1DA0490}" type="presParOf" srcId="{ECCE3900-DF4D-C642-8DC9-6B92A9F5526C}" destId="{586578B7-6544-B743-AC9F-E5C18AB80C8B}" srcOrd="4" destOrd="0" presId="urn:microsoft.com/office/officeart/2005/8/layout/hierarchy1"/>
    <dgm:cxn modelId="{9D968357-596B-864A-9759-DE4E79A474CD}" type="presParOf" srcId="{ECCE3900-DF4D-C642-8DC9-6B92A9F5526C}" destId="{E5DACC8F-BB01-6F44-A9F0-ADB63346B13C}" srcOrd="5" destOrd="0" presId="urn:microsoft.com/office/officeart/2005/8/layout/hierarchy1"/>
    <dgm:cxn modelId="{A729B9A5-28AB-5B40-BF1B-451397CF7F57}" type="presParOf" srcId="{E5DACC8F-BB01-6F44-A9F0-ADB63346B13C}" destId="{F7A5D15A-FDDC-4440-904B-93EA94854A06}" srcOrd="0" destOrd="0" presId="urn:microsoft.com/office/officeart/2005/8/layout/hierarchy1"/>
    <dgm:cxn modelId="{B437D40A-7DDD-7145-A287-4FB18610DC0F}" type="presParOf" srcId="{F7A5D15A-FDDC-4440-904B-93EA94854A06}" destId="{F3ECF1CD-7456-2D45-96C0-393D3AEF6460}" srcOrd="0" destOrd="0" presId="urn:microsoft.com/office/officeart/2005/8/layout/hierarchy1"/>
    <dgm:cxn modelId="{057CD875-99EA-D84E-9E83-3532AB2BFAE8}" type="presParOf" srcId="{F7A5D15A-FDDC-4440-904B-93EA94854A06}" destId="{E14446DF-71DF-1F4B-B69E-E2CCF4C56643}" srcOrd="1" destOrd="0" presId="urn:microsoft.com/office/officeart/2005/8/layout/hierarchy1"/>
    <dgm:cxn modelId="{F0D3214B-12B3-E946-8A6F-72EFB6498A97}" type="presParOf" srcId="{E5DACC8F-BB01-6F44-A9F0-ADB63346B13C}" destId="{80CD2AAF-5BE2-9843-9D60-9DA2DAC5439A}" srcOrd="1" destOrd="0" presId="urn:microsoft.com/office/officeart/2005/8/layout/hierarchy1"/>
    <dgm:cxn modelId="{F25D557C-0C43-A546-995D-53E96663F862}" type="presParOf" srcId="{ECCE3900-DF4D-C642-8DC9-6B92A9F5526C}" destId="{4F5BBDC5-EAF7-A446-B4DC-76C680EED206}" srcOrd="6" destOrd="0" presId="urn:microsoft.com/office/officeart/2005/8/layout/hierarchy1"/>
    <dgm:cxn modelId="{42937D83-B456-8C48-9A24-B7CAB233969A}" type="presParOf" srcId="{ECCE3900-DF4D-C642-8DC9-6B92A9F5526C}" destId="{F63E3923-25E5-ED46-B70F-EF93933B0C7B}" srcOrd="7" destOrd="0" presId="urn:microsoft.com/office/officeart/2005/8/layout/hierarchy1"/>
    <dgm:cxn modelId="{5AEBADAC-395C-2747-9850-A3509C1D51F5}" type="presParOf" srcId="{F63E3923-25E5-ED46-B70F-EF93933B0C7B}" destId="{3A11135E-19DF-8840-AE0C-4CE17169CBA2}" srcOrd="0" destOrd="0" presId="urn:microsoft.com/office/officeart/2005/8/layout/hierarchy1"/>
    <dgm:cxn modelId="{E5C51488-AC1E-4F48-82EE-585115A2C544}" type="presParOf" srcId="{3A11135E-19DF-8840-AE0C-4CE17169CBA2}" destId="{669FD0E3-3FFD-F14A-A510-59A0D8A375D6}" srcOrd="0" destOrd="0" presId="urn:microsoft.com/office/officeart/2005/8/layout/hierarchy1"/>
    <dgm:cxn modelId="{C477689F-6ECE-4641-99F0-B3E1567A7774}" type="presParOf" srcId="{3A11135E-19DF-8840-AE0C-4CE17169CBA2}" destId="{E6581391-BB65-354F-9D60-3326BE78B58E}" srcOrd="1" destOrd="0" presId="urn:microsoft.com/office/officeart/2005/8/layout/hierarchy1"/>
    <dgm:cxn modelId="{606A0CB9-9126-C742-AFDA-5813C9923F53}" type="presParOf" srcId="{F63E3923-25E5-ED46-B70F-EF93933B0C7B}" destId="{86034FA9-7A1F-7D42-B32D-B3C730730A8B}"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48A599C-B615-4FA0-9CAD-164F04B513F0}" type="doc">
      <dgm:prSet loTypeId="urn:microsoft.com/office/officeart/2016/7/layout/ChevronBlockProcess" loCatId="process" qsTypeId="urn:microsoft.com/office/officeart/2005/8/quickstyle/simple1" qsCatId="simple" csTypeId="urn:microsoft.com/office/officeart/2005/8/colors/colorful1" csCatId="colorful"/>
      <dgm:spPr/>
      <dgm:t>
        <a:bodyPr/>
        <a:lstStyle/>
        <a:p>
          <a:endParaRPr lang="en-US"/>
        </a:p>
      </dgm:t>
    </dgm:pt>
    <dgm:pt modelId="{ED4C3D94-0D68-4ADF-87A4-DD515368DFCD}">
      <dgm:prSet/>
      <dgm:spPr/>
      <dgm:t>
        <a:bodyPr/>
        <a:lstStyle/>
        <a:p>
          <a:r>
            <a:rPr lang="en-US"/>
            <a:t>Phase 1</a:t>
          </a:r>
        </a:p>
      </dgm:t>
    </dgm:pt>
    <dgm:pt modelId="{4B5FCF51-380F-4F59-B94F-64B6350E77B9}" type="parTrans" cxnId="{37D4B483-3E18-4D48-83C3-46C275C5F1F0}">
      <dgm:prSet/>
      <dgm:spPr/>
      <dgm:t>
        <a:bodyPr/>
        <a:lstStyle/>
        <a:p>
          <a:endParaRPr lang="en-US"/>
        </a:p>
      </dgm:t>
    </dgm:pt>
    <dgm:pt modelId="{E8DEFD18-59F9-42F6-920B-B895F1CF69EB}" type="sibTrans" cxnId="{37D4B483-3E18-4D48-83C3-46C275C5F1F0}">
      <dgm:prSet/>
      <dgm:spPr/>
      <dgm:t>
        <a:bodyPr/>
        <a:lstStyle/>
        <a:p>
          <a:endParaRPr lang="en-US"/>
        </a:p>
      </dgm:t>
    </dgm:pt>
    <dgm:pt modelId="{8474C0F0-F7FF-4229-8EB3-3125A7BF4402}">
      <dgm:prSet/>
      <dgm:spPr/>
      <dgm:t>
        <a:bodyPr/>
        <a:lstStyle/>
        <a:p>
          <a:r>
            <a:rPr lang="en-US"/>
            <a:t>Research &amp; Foundation (Weeks 1–3)</a:t>
          </a:r>
        </a:p>
      </dgm:t>
    </dgm:pt>
    <dgm:pt modelId="{D167ED8C-14CA-44D0-A86E-D75FE4A9006E}" type="parTrans" cxnId="{DF60BA4C-F2FC-417F-A6AA-361E646DB891}">
      <dgm:prSet/>
      <dgm:spPr/>
      <dgm:t>
        <a:bodyPr/>
        <a:lstStyle/>
        <a:p>
          <a:endParaRPr lang="en-US"/>
        </a:p>
      </dgm:t>
    </dgm:pt>
    <dgm:pt modelId="{3A7D1E37-26F5-4DEF-B027-671F64EC5982}" type="sibTrans" cxnId="{DF60BA4C-F2FC-417F-A6AA-361E646DB891}">
      <dgm:prSet/>
      <dgm:spPr/>
      <dgm:t>
        <a:bodyPr/>
        <a:lstStyle/>
        <a:p>
          <a:endParaRPr lang="en-US"/>
        </a:p>
      </dgm:t>
    </dgm:pt>
    <dgm:pt modelId="{1E38BDFA-1833-436D-A9D3-F6F45E099687}">
      <dgm:prSet/>
      <dgm:spPr/>
      <dgm:t>
        <a:bodyPr/>
        <a:lstStyle/>
        <a:p>
          <a:r>
            <a:rPr lang="en-US"/>
            <a:t>Establish intake logic and ethical guardrails, review CDC/Paralympic/SO materials, begin outreach to Special Olympics, Paralympic committees, Move United, and disability services teams for partnership and content-sharing discussions.</a:t>
          </a:r>
        </a:p>
      </dgm:t>
    </dgm:pt>
    <dgm:pt modelId="{CDAD581E-C41C-41F6-ACDB-8DBD468144C9}" type="parTrans" cxnId="{7DC22977-6F97-4F31-B9A4-3B31AFF11EC5}">
      <dgm:prSet/>
      <dgm:spPr/>
      <dgm:t>
        <a:bodyPr/>
        <a:lstStyle/>
        <a:p>
          <a:endParaRPr lang="en-US"/>
        </a:p>
      </dgm:t>
    </dgm:pt>
    <dgm:pt modelId="{6548A685-9502-428C-ABDB-AF5450EA600B}" type="sibTrans" cxnId="{7DC22977-6F97-4F31-B9A4-3B31AFF11EC5}">
      <dgm:prSet/>
      <dgm:spPr/>
      <dgm:t>
        <a:bodyPr/>
        <a:lstStyle/>
        <a:p>
          <a:endParaRPr lang="en-US"/>
        </a:p>
      </dgm:t>
    </dgm:pt>
    <dgm:pt modelId="{D9CB50C0-7247-46E8-88DE-CBD189346310}">
      <dgm:prSet/>
      <dgm:spPr/>
      <dgm:t>
        <a:bodyPr/>
        <a:lstStyle/>
        <a:p>
          <a:r>
            <a:rPr lang="en-US"/>
            <a:t>Phase 2</a:t>
          </a:r>
        </a:p>
      </dgm:t>
    </dgm:pt>
    <dgm:pt modelId="{FC720E06-D397-4ECB-B26F-B33EBF31F437}" type="parTrans" cxnId="{504978D4-7331-4930-96BC-A104B1A8B814}">
      <dgm:prSet/>
      <dgm:spPr/>
      <dgm:t>
        <a:bodyPr/>
        <a:lstStyle/>
        <a:p>
          <a:endParaRPr lang="en-US"/>
        </a:p>
      </dgm:t>
    </dgm:pt>
    <dgm:pt modelId="{6D762C13-7C27-4A76-A160-936E167F069E}" type="sibTrans" cxnId="{504978D4-7331-4930-96BC-A104B1A8B814}">
      <dgm:prSet/>
      <dgm:spPr/>
      <dgm:t>
        <a:bodyPr/>
        <a:lstStyle/>
        <a:p>
          <a:endParaRPr lang="en-US"/>
        </a:p>
      </dgm:t>
    </dgm:pt>
    <dgm:pt modelId="{C1F75701-52A8-4006-BC7E-523FCB55334F}">
      <dgm:prSet/>
      <dgm:spPr/>
      <dgm:t>
        <a:bodyPr/>
        <a:lstStyle/>
        <a:p>
          <a:r>
            <a:rPr lang="en-US"/>
            <a:t>Content Integration &amp; Partnerships (Weeks 4–8)</a:t>
          </a:r>
        </a:p>
      </dgm:t>
    </dgm:pt>
    <dgm:pt modelId="{378D2BE3-67CC-4ACC-982A-2CFFEB178393}" type="parTrans" cxnId="{0147825D-D07A-490E-A1E6-5ABB51ED9083}">
      <dgm:prSet/>
      <dgm:spPr/>
      <dgm:t>
        <a:bodyPr/>
        <a:lstStyle/>
        <a:p>
          <a:endParaRPr lang="en-US"/>
        </a:p>
      </dgm:t>
    </dgm:pt>
    <dgm:pt modelId="{582EC89C-6090-4BA9-B5BB-179C935C857F}" type="sibTrans" cxnId="{0147825D-D07A-490E-A1E6-5ABB51ED9083}">
      <dgm:prSet/>
      <dgm:spPr/>
      <dgm:t>
        <a:bodyPr/>
        <a:lstStyle/>
        <a:p>
          <a:endParaRPr lang="en-US"/>
        </a:p>
      </dgm:t>
    </dgm:pt>
    <dgm:pt modelId="{711BB3E2-1C58-4A00-BB86-DBF36B13CA43}">
      <dgm:prSet/>
      <dgm:spPr/>
      <dgm:t>
        <a:bodyPr/>
        <a:lstStyle/>
        <a:p>
          <a:r>
            <a:rPr lang="en-US"/>
            <a:t>Formalize MOUs or collaboration agreements, conduct expert review sessions with coaches, disability advocates, and therapists to validate the GPT’s branching logic and functional interpretation accuracy.</a:t>
          </a:r>
        </a:p>
      </dgm:t>
    </dgm:pt>
    <dgm:pt modelId="{B15A4D3B-2343-4D4A-BF12-057BABFFF446}" type="parTrans" cxnId="{F93F7555-2B75-404A-AE6D-914629302FC1}">
      <dgm:prSet/>
      <dgm:spPr/>
      <dgm:t>
        <a:bodyPr/>
        <a:lstStyle/>
        <a:p>
          <a:endParaRPr lang="en-US"/>
        </a:p>
      </dgm:t>
    </dgm:pt>
    <dgm:pt modelId="{7F99A069-2A5A-42B1-8B7F-288175381610}" type="sibTrans" cxnId="{F93F7555-2B75-404A-AE6D-914629302FC1}">
      <dgm:prSet/>
      <dgm:spPr/>
      <dgm:t>
        <a:bodyPr/>
        <a:lstStyle/>
        <a:p>
          <a:endParaRPr lang="en-US"/>
        </a:p>
      </dgm:t>
    </dgm:pt>
    <dgm:pt modelId="{B10ACDC4-85E9-4262-86B2-932813918CD4}">
      <dgm:prSet/>
      <dgm:spPr/>
      <dgm:t>
        <a:bodyPr/>
        <a:lstStyle/>
        <a:p>
          <a:r>
            <a:rPr lang="en-US"/>
            <a:t>Phase 3</a:t>
          </a:r>
        </a:p>
      </dgm:t>
    </dgm:pt>
    <dgm:pt modelId="{2A22BB95-2D90-4188-AF3F-2FF60E1ADE23}" type="parTrans" cxnId="{755C5215-022B-42A3-9E5D-B9750AA1543B}">
      <dgm:prSet/>
      <dgm:spPr/>
      <dgm:t>
        <a:bodyPr/>
        <a:lstStyle/>
        <a:p>
          <a:endParaRPr lang="en-US"/>
        </a:p>
      </dgm:t>
    </dgm:pt>
    <dgm:pt modelId="{CDD5A05B-ADB6-4F35-B332-9DEEA69F8B6A}" type="sibTrans" cxnId="{755C5215-022B-42A3-9E5D-B9750AA1543B}">
      <dgm:prSet/>
      <dgm:spPr/>
      <dgm:t>
        <a:bodyPr/>
        <a:lstStyle/>
        <a:p>
          <a:endParaRPr lang="en-US"/>
        </a:p>
      </dgm:t>
    </dgm:pt>
    <dgm:pt modelId="{AF0B439B-DF30-40E0-9AAD-0ECFC5F319DE}">
      <dgm:prSet/>
      <dgm:spPr/>
      <dgm:t>
        <a:bodyPr/>
        <a:lstStyle/>
        <a:p>
          <a:r>
            <a:rPr lang="en-US"/>
            <a:t>Technical Build (Weeks 9–12)</a:t>
          </a:r>
        </a:p>
      </dgm:t>
    </dgm:pt>
    <dgm:pt modelId="{A3B047E1-BC11-4F3B-85D2-0F93BD0C9D85}" type="parTrans" cxnId="{222B0F6E-FBB4-435B-BE9C-A5BAFBF0B2F5}">
      <dgm:prSet/>
      <dgm:spPr/>
      <dgm:t>
        <a:bodyPr/>
        <a:lstStyle/>
        <a:p>
          <a:endParaRPr lang="en-US"/>
        </a:p>
      </dgm:t>
    </dgm:pt>
    <dgm:pt modelId="{5542E916-6ABC-4EBF-8EFC-357DE6EB2B63}" type="sibTrans" cxnId="{222B0F6E-FBB4-435B-BE9C-A5BAFBF0B2F5}">
      <dgm:prSet/>
      <dgm:spPr/>
      <dgm:t>
        <a:bodyPr/>
        <a:lstStyle/>
        <a:p>
          <a:endParaRPr lang="en-US"/>
        </a:p>
      </dgm:t>
    </dgm:pt>
    <dgm:pt modelId="{2DBE5F2C-EBFF-41D8-AEA5-D97B39AB88FB}">
      <dgm:prSet/>
      <dgm:spPr/>
      <dgm:t>
        <a:bodyPr/>
        <a:lstStyle/>
        <a:p>
          <a:r>
            <a:rPr lang="en-US"/>
            <a:t>Finalize system instructions, implement decision trees, test safety constraints, reduce hallucinations, and integrate browsing behavior and adaptive equipment pathways.</a:t>
          </a:r>
        </a:p>
      </dgm:t>
    </dgm:pt>
    <dgm:pt modelId="{869970DE-E29E-4AD2-B7E3-EEA415D449A0}" type="parTrans" cxnId="{291982F6-3A18-47BB-BE57-00A9939F50DE}">
      <dgm:prSet/>
      <dgm:spPr/>
      <dgm:t>
        <a:bodyPr/>
        <a:lstStyle/>
        <a:p>
          <a:endParaRPr lang="en-US"/>
        </a:p>
      </dgm:t>
    </dgm:pt>
    <dgm:pt modelId="{23C9F917-1F6D-4AC8-AE08-F6724EC671A4}" type="sibTrans" cxnId="{291982F6-3A18-47BB-BE57-00A9939F50DE}">
      <dgm:prSet/>
      <dgm:spPr/>
      <dgm:t>
        <a:bodyPr/>
        <a:lstStyle/>
        <a:p>
          <a:endParaRPr lang="en-US"/>
        </a:p>
      </dgm:t>
    </dgm:pt>
    <dgm:pt modelId="{795CC6D7-1A52-4B62-B945-549611F91211}">
      <dgm:prSet/>
      <dgm:spPr/>
      <dgm:t>
        <a:bodyPr/>
        <a:lstStyle/>
        <a:p>
          <a:r>
            <a:rPr lang="en-US"/>
            <a:t>Phase 4</a:t>
          </a:r>
        </a:p>
      </dgm:t>
    </dgm:pt>
    <dgm:pt modelId="{68EFCCD3-975E-4E68-9D12-F357B1D15581}" type="parTrans" cxnId="{22ED2604-E39E-4D41-A7EA-E4B93B29ED79}">
      <dgm:prSet/>
      <dgm:spPr/>
      <dgm:t>
        <a:bodyPr/>
        <a:lstStyle/>
        <a:p>
          <a:endParaRPr lang="en-US"/>
        </a:p>
      </dgm:t>
    </dgm:pt>
    <dgm:pt modelId="{57F56DB6-EAB1-4412-8CE7-C8D5DBD56A2E}" type="sibTrans" cxnId="{22ED2604-E39E-4D41-A7EA-E4B93B29ED79}">
      <dgm:prSet/>
      <dgm:spPr/>
      <dgm:t>
        <a:bodyPr/>
        <a:lstStyle/>
        <a:p>
          <a:endParaRPr lang="en-US"/>
        </a:p>
      </dgm:t>
    </dgm:pt>
    <dgm:pt modelId="{12344148-5648-458C-9F06-1C1B9B3D2F7C}">
      <dgm:prSet/>
      <dgm:spPr/>
      <dgm:t>
        <a:bodyPr/>
        <a:lstStyle/>
        <a:p>
          <a:r>
            <a:rPr lang="en-US"/>
            <a:t>Pilot Launch (Weeks 13–16)</a:t>
          </a:r>
        </a:p>
      </dgm:t>
    </dgm:pt>
    <dgm:pt modelId="{A2D93693-7E97-434F-B232-5A0CA721C811}" type="parTrans" cxnId="{61847702-A2BD-46C0-838F-9DB772CCB2C0}">
      <dgm:prSet/>
      <dgm:spPr/>
      <dgm:t>
        <a:bodyPr/>
        <a:lstStyle/>
        <a:p>
          <a:endParaRPr lang="en-US"/>
        </a:p>
      </dgm:t>
    </dgm:pt>
    <dgm:pt modelId="{9C0B961B-93E1-48BC-B24B-A609A26CDA93}" type="sibTrans" cxnId="{61847702-A2BD-46C0-838F-9DB772CCB2C0}">
      <dgm:prSet/>
      <dgm:spPr/>
      <dgm:t>
        <a:bodyPr/>
        <a:lstStyle/>
        <a:p>
          <a:endParaRPr lang="en-US"/>
        </a:p>
      </dgm:t>
    </dgm:pt>
    <dgm:pt modelId="{F60F82BB-4D3B-433B-A487-669056D5AF83}">
      <dgm:prSet/>
      <dgm:spPr/>
      <dgm:t>
        <a:bodyPr/>
        <a:lstStyle/>
        <a:p>
          <a:r>
            <a:rPr lang="en-US"/>
            <a:t>Deploy within a single organization (SO chapter, Paralympic site, or Move United club), train staff, gather structured user feedback, and evaluate accuracy, usability, and trust.</a:t>
          </a:r>
        </a:p>
      </dgm:t>
    </dgm:pt>
    <dgm:pt modelId="{21C5D6CD-0955-4ED3-8279-731480EDB227}" type="parTrans" cxnId="{0441EF5A-6AB7-42F7-B726-5798A73E304E}">
      <dgm:prSet/>
      <dgm:spPr/>
      <dgm:t>
        <a:bodyPr/>
        <a:lstStyle/>
        <a:p>
          <a:endParaRPr lang="en-US"/>
        </a:p>
      </dgm:t>
    </dgm:pt>
    <dgm:pt modelId="{1ED18433-5427-4F70-867C-F53937895C35}" type="sibTrans" cxnId="{0441EF5A-6AB7-42F7-B726-5798A73E304E}">
      <dgm:prSet/>
      <dgm:spPr/>
      <dgm:t>
        <a:bodyPr/>
        <a:lstStyle/>
        <a:p>
          <a:endParaRPr lang="en-US"/>
        </a:p>
      </dgm:t>
    </dgm:pt>
    <dgm:pt modelId="{BBB71954-24DE-44B2-A82B-DB9B39CDFE87}">
      <dgm:prSet/>
      <dgm:spPr/>
      <dgm:t>
        <a:bodyPr/>
        <a:lstStyle/>
        <a:p>
          <a:r>
            <a:rPr lang="en-US"/>
            <a:t>Phase 5</a:t>
          </a:r>
        </a:p>
      </dgm:t>
    </dgm:pt>
    <dgm:pt modelId="{361DC5E4-07FC-405B-A3FA-3CDEFA1E40C1}" type="parTrans" cxnId="{33591F50-43A0-495E-B273-E65B36C41633}">
      <dgm:prSet/>
      <dgm:spPr/>
      <dgm:t>
        <a:bodyPr/>
        <a:lstStyle/>
        <a:p>
          <a:endParaRPr lang="en-US"/>
        </a:p>
      </dgm:t>
    </dgm:pt>
    <dgm:pt modelId="{42EEA2A6-2BEB-41AE-A9D0-5944D3C09617}" type="sibTrans" cxnId="{33591F50-43A0-495E-B273-E65B36C41633}">
      <dgm:prSet/>
      <dgm:spPr/>
      <dgm:t>
        <a:bodyPr/>
        <a:lstStyle/>
        <a:p>
          <a:endParaRPr lang="en-US"/>
        </a:p>
      </dgm:t>
    </dgm:pt>
    <dgm:pt modelId="{741D973A-3425-4FDC-A3C8-F4E2FE9FD95C}">
      <dgm:prSet/>
      <dgm:spPr/>
      <dgm:t>
        <a:bodyPr/>
        <a:lstStyle/>
        <a:p>
          <a:r>
            <a:rPr lang="en-US"/>
            <a:t>Full Rollout (Weeks 17–24)</a:t>
          </a:r>
        </a:p>
      </dgm:t>
    </dgm:pt>
    <dgm:pt modelId="{E5DDB718-F502-48A4-B840-F50C83AEAFD7}" type="parTrans" cxnId="{B7B1E5E6-4947-4D51-BEF0-189FC6A21DFB}">
      <dgm:prSet/>
      <dgm:spPr/>
      <dgm:t>
        <a:bodyPr/>
        <a:lstStyle/>
        <a:p>
          <a:endParaRPr lang="en-US"/>
        </a:p>
      </dgm:t>
    </dgm:pt>
    <dgm:pt modelId="{B62A979E-EB6B-4DEB-B3D4-B4F51C77670F}" type="sibTrans" cxnId="{B7B1E5E6-4947-4D51-BEF0-189FC6A21DFB}">
      <dgm:prSet/>
      <dgm:spPr/>
      <dgm:t>
        <a:bodyPr/>
        <a:lstStyle/>
        <a:p>
          <a:endParaRPr lang="en-US"/>
        </a:p>
      </dgm:t>
    </dgm:pt>
    <dgm:pt modelId="{BB325C02-9733-41AA-995C-ADF759487D17}">
      <dgm:prSet/>
      <dgm:spPr/>
      <dgm:t>
        <a:bodyPr/>
        <a:lstStyle/>
        <a:p>
          <a:r>
            <a:rPr lang="en-US"/>
            <a:t>Launch publicly through partner platforms, run outreach campaigns, maintain updated directories and rules, and begin long-term scalability efforts such as multilingual support and government/parks integration.</a:t>
          </a:r>
        </a:p>
      </dgm:t>
    </dgm:pt>
    <dgm:pt modelId="{4E283A66-3B62-494E-B752-672D750C67DC}" type="parTrans" cxnId="{DF7BBE7D-21B3-46A5-B046-24CB2BCD4437}">
      <dgm:prSet/>
      <dgm:spPr/>
      <dgm:t>
        <a:bodyPr/>
        <a:lstStyle/>
        <a:p>
          <a:endParaRPr lang="en-US"/>
        </a:p>
      </dgm:t>
    </dgm:pt>
    <dgm:pt modelId="{6D505515-8361-40B1-931F-EAA03D59B585}" type="sibTrans" cxnId="{DF7BBE7D-21B3-46A5-B046-24CB2BCD4437}">
      <dgm:prSet/>
      <dgm:spPr/>
      <dgm:t>
        <a:bodyPr/>
        <a:lstStyle/>
        <a:p>
          <a:endParaRPr lang="en-US"/>
        </a:p>
      </dgm:t>
    </dgm:pt>
    <dgm:pt modelId="{9C48BE30-4E90-ED45-AFAD-148036EEF169}" type="pres">
      <dgm:prSet presAssocID="{C48A599C-B615-4FA0-9CAD-164F04B513F0}" presName="Name0" presStyleCnt="0">
        <dgm:presLayoutVars>
          <dgm:dir/>
          <dgm:animLvl val="lvl"/>
          <dgm:resizeHandles val="exact"/>
        </dgm:presLayoutVars>
      </dgm:prSet>
      <dgm:spPr/>
    </dgm:pt>
    <dgm:pt modelId="{8D6ED125-F343-714C-B7A4-ED299D6696DC}" type="pres">
      <dgm:prSet presAssocID="{ED4C3D94-0D68-4ADF-87A4-DD515368DFCD}" presName="composite" presStyleCnt="0"/>
      <dgm:spPr/>
    </dgm:pt>
    <dgm:pt modelId="{F2DF9871-D229-5443-B8B2-19FA1A23DBE0}" type="pres">
      <dgm:prSet presAssocID="{ED4C3D94-0D68-4ADF-87A4-DD515368DFCD}" presName="parTx" presStyleLbl="alignNode1" presStyleIdx="0" presStyleCnt="5">
        <dgm:presLayoutVars>
          <dgm:chMax val="0"/>
          <dgm:chPref val="0"/>
        </dgm:presLayoutVars>
      </dgm:prSet>
      <dgm:spPr/>
    </dgm:pt>
    <dgm:pt modelId="{13E83C1B-3D17-2F49-9C07-52B002B21439}" type="pres">
      <dgm:prSet presAssocID="{ED4C3D94-0D68-4ADF-87A4-DD515368DFCD}" presName="desTx" presStyleLbl="alignAccFollowNode1" presStyleIdx="0" presStyleCnt="5">
        <dgm:presLayoutVars/>
      </dgm:prSet>
      <dgm:spPr/>
    </dgm:pt>
    <dgm:pt modelId="{C5498F73-DABB-8542-AF16-E88CBAA80CA9}" type="pres">
      <dgm:prSet presAssocID="{E8DEFD18-59F9-42F6-920B-B895F1CF69EB}" presName="space" presStyleCnt="0"/>
      <dgm:spPr/>
    </dgm:pt>
    <dgm:pt modelId="{075B3921-94A6-154A-9AF0-2F45EDCEB697}" type="pres">
      <dgm:prSet presAssocID="{D9CB50C0-7247-46E8-88DE-CBD189346310}" presName="composite" presStyleCnt="0"/>
      <dgm:spPr/>
    </dgm:pt>
    <dgm:pt modelId="{6CB6F0AA-7A87-0243-AFBF-DDC4A13B0F47}" type="pres">
      <dgm:prSet presAssocID="{D9CB50C0-7247-46E8-88DE-CBD189346310}" presName="parTx" presStyleLbl="alignNode1" presStyleIdx="1" presStyleCnt="5">
        <dgm:presLayoutVars>
          <dgm:chMax val="0"/>
          <dgm:chPref val="0"/>
        </dgm:presLayoutVars>
      </dgm:prSet>
      <dgm:spPr/>
    </dgm:pt>
    <dgm:pt modelId="{483FC45B-39C6-BC4D-9ECA-91AD5B9BCC69}" type="pres">
      <dgm:prSet presAssocID="{D9CB50C0-7247-46E8-88DE-CBD189346310}" presName="desTx" presStyleLbl="alignAccFollowNode1" presStyleIdx="1" presStyleCnt="5">
        <dgm:presLayoutVars/>
      </dgm:prSet>
      <dgm:spPr/>
    </dgm:pt>
    <dgm:pt modelId="{59C24A6E-F77D-0A41-8D19-24045AC7F979}" type="pres">
      <dgm:prSet presAssocID="{6D762C13-7C27-4A76-A160-936E167F069E}" presName="space" presStyleCnt="0"/>
      <dgm:spPr/>
    </dgm:pt>
    <dgm:pt modelId="{0935AA35-DC2C-CF4A-A0D0-0E37B087E621}" type="pres">
      <dgm:prSet presAssocID="{B10ACDC4-85E9-4262-86B2-932813918CD4}" presName="composite" presStyleCnt="0"/>
      <dgm:spPr/>
    </dgm:pt>
    <dgm:pt modelId="{4C19FA50-12DE-CB4E-8508-47134AF7CBE1}" type="pres">
      <dgm:prSet presAssocID="{B10ACDC4-85E9-4262-86B2-932813918CD4}" presName="parTx" presStyleLbl="alignNode1" presStyleIdx="2" presStyleCnt="5">
        <dgm:presLayoutVars>
          <dgm:chMax val="0"/>
          <dgm:chPref val="0"/>
        </dgm:presLayoutVars>
      </dgm:prSet>
      <dgm:spPr/>
    </dgm:pt>
    <dgm:pt modelId="{193DB38A-DD59-8746-A2E5-00ED0A28A4FA}" type="pres">
      <dgm:prSet presAssocID="{B10ACDC4-85E9-4262-86B2-932813918CD4}" presName="desTx" presStyleLbl="alignAccFollowNode1" presStyleIdx="2" presStyleCnt="5">
        <dgm:presLayoutVars/>
      </dgm:prSet>
      <dgm:spPr/>
    </dgm:pt>
    <dgm:pt modelId="{3D76753C-293A-2F45-8E67-799BBF98DDAC}" type="pres">
      <dgm:prSet presAssocID="{CDD5A05B-ADB6-4F35-B332-9DEEA69F8B6A}" presName="space" presStyleCnt="0"/>
      <dgm:spPr/>
    </dgm:pt>
    <dgm:pt modelId="{E8F7A0C7-7D5B-964F-980A-C207B503ADEF}" type="pres">
      <dgm:prSet presAssocID="{795CC6D7-1A52-4B62-B945-549611F91211}" presName="composite" presStyleCnt="0"/>
      <dgm:spPr/>
    </dgm:pt>
    <dgm:pt modelId="{08DA7F50-975F-4743-85B0-7297402B5BDC}" type="pres">
      <dgm:prSet presAssocID="{795CC6D7-1A52-4B62-B945-549611F91211}" presName="parTx" presStyleLbl="alignNode1" presStyleIdx="3" presStyleCnt="5">
        <dgm:presLayoutVars>
          <dgm:chMax val="0"/>
          <dgm:chPref val="0"/>
        </dgm:presLayoutVars>
      </dgm:prSet>
      <dgm:spPr/>
    </dgm:pt>
    <dgm:pt modelId="{6B8302A0-E9D1-474F-847E-C05D8F0E74F0}" type="pres">
      <dgm:prSet presAssocID="{795CC6D7-1A52-4B62-B945-549611F91211}" presName="desTx" presStyleLbl="alignAccFollowNode1" presStyleIdx="3" presStyleCnt="5">
        <dgm:presLayoutVars/>
      </dgm:prSet>
      <dgm:spPr/>
    </dgm:pt>
    <dgm:pt modelId="{5A97AB0A-D1F9-8644-AE3B-89FAB0586239}" type="pres">
      <dgm:prSet presAssocID="{57F56DB6-EAB1-4412-8CE7-C8D5DBD56A2E}" presName="space" presStyleCnt="0"/>
      <dgm:spPr/>
    </dgm:pt>
    <dgm:pt modelId="{CE6F29E6-18D6-2341-8354-B29686AE8469}" type="pres">
      <dgm:prSet presAssocID="{BBB71954-24DE-44B2-A82B-DB9B39CDFE87}" presName="composite" presStyleCnt="0"/>
      <dgm:spPr/>
    </dgm:pt>
    <dgm:pt modelId="{190BABBB-AE89-A14F-80C1-88496678F8A6}" type="pres">
      <dgm:prSet presAssocID="{BBB71954-24DE-44B2-A82B-DB9B39CDFE87}" presName="parTx" presStyleLbl="alignNode1" presStyleIdx="4" presStyleCnt="5">
        <dgm:presLayoutVars>
          <dgm:chMax val="0"/>
          <dgm:chPref val="0"/>
        </dgm:presLayoutVars>
      </dgm:prSet>
      <dgm:spPr/>
    </dgm:pt>
    <dgm:pt modelId="{CB96FB5A-7635-8F4C-9889-F4795FC8735C}" type="pres">
      <dgm:prSet presAssocID="{BBB71954-24DE-44B2-A82B-DB9B39CDFE87}" presName="desTx" presStyleLbl="alignAccFollowNode1" presStyleIdx="4" presStyleCnt="5">
        <dgm:presLayoutVars/>
      </dgm:prSet>
      <dgm:spPr/>
    </dgm:pt>
  </dgm:ptLst>
  <dgm:cxnLst>
    <dgm:cxn modelId="{61847702-A2BD-46C0-838F-9DB772CCB2C0}" srcId="{795CC6D7-1A52-4B62-B945-549611F91211}" destId="{12344148-5648-458C-9F06-1C1B9B3D2F7C}" srcOrd="0" destOrd="0" parTransId="{A2D93693-7E97-434F-B232-5A0CA721C811}" sibTransId="{9C0B961B-93E1-48BC-B24B-A609A26CDA93}"/>
    <dgm:cxn modelId="{22ED2604-E39E-4D41-A7EA-E4B93B29ED79}" srcId="{C48A599C-B615-4FA0-9CAD-164F04B513F0}" destId="{795CC6D7-1A52-4B62-B945-549611F91211}" srcOrd="3" destOrd="0" parTransId="{68EFCCD3-975E-4E68-9D12-F357B1D15581}" sibTransId="{57F56DB6-EAB1-4412-8CE7-C8D5DBD56A2E}"/>
    <dgm:cxn modelId="{8F1B2305-9E7C-2A46-AAC6-ED6FA006EF47}" type="presOf" srcId="{8474C0F0-F7FF-4229-8EB3-3125A7BF4402}" destId="{13E83C1B-3D17-2F49-9C07-52B002B21439}" srcOrd="0" destOrd="0" presId="urn:microsoft.com/office/officeart/2016/7/layout/ChevronBlockProcess"/>
    <dgm:cxn modelId="{755C5215-022B-42A3-9E5D-B9750AA1543B}" srcId="{C48A599C-B615-4FA0-9CAD-164F04B513F0}" destId="{B10ACDC4-85E9-4262-86B2-932813918CD4}" srcOrd="2" destOrd="0" parTransId="{2A22BB95-2D90-4188-AF3F-2FF60E1ADE23}" sibTransId="{CDD5A05B-ADB6-4F35-B332-9DEEA69F8B6A}"/>
    <dgm:cxn modelId="{6C7E121D-C5F3-E442-A150-C521B7B01FD4}" type="presOf" srcId="{C1F75701-52A8-4006-BC7E-523FCB55334F}" destId="{483FC45B-39C6-BC4D-9ECA-91AD5B9BCC69}" srcOrd="0" destOrd="0" presId="urn:microsoft.com/office/officeart/2016/7/layout/ChevronBlockProcess"/>
    <dgm:cxn modelId="{4223121F-7F17-7545-BFF8-E2E17E5E2557}" type="presOf" srcId="{741D973A-3425-4FDC-A3C8-F4E2FE9FD95C}" destId="{CB96FB5A-7635-8F4C-9889-F4795FC8735C}" srcOrd="0" destOrd="0" presId="urn:microsoft.com/office/officeart/2016/7/layout/ChevronBlockProcess"/>
    <dgm:cxn modelId="{07215320-2415-E34B-A183-C2EC28627EC8}" type="presOf" srcId="{BBB71954-24DE-44B2-A82B-DB9B39CDFE87}" destId="{190BABBB-AE89-A14F-80C1-88496678F8A6}" srcOrd="0" destOrd="0" presId="urn:microsoft.com/office/officeart/2016/7/layout/ChevronBlockProcess"/>
    <dgm:cxn modelId="{DF60BA4C-F2FC-417F-A6AA-361E646DB891}" srcId="{ED4C3D94-0D68-4ADF-87A4-DD515368DFCD}" destId="{8474C0F0-F7FF-4229-8EB3-3125A7BF4402}" srcOrd="0" destOrd="0" parTransId="{D167ED8C-14CA-44D0-A86E-D75FE4A9006E}" sibTransId="{3A7D1E37-26F5-4DEF-B027-671F64EC5982}"/>
    <dgm:cxn modelId="{33591F50-43A0-495E-B273-E65B36C41633}" srcId="{C48A599C-B615-4FA0-9CAD-164F04B513F0}" destId="{BBB71954-24DE-44B2-A82B-DB9B39CDFE87}" srcOrd="4" destOrd="0" parTransId="{361DC5E4-07FC-405B-A3FA-3CDEFA1E40C1}" sibTransId="{42EEA2A6-2BEB-41AE-A9D0-5944D3C09617}"/>
    <dgm:cxn modelId="{F93F7555-2B75-404A-AE6D-914629302FC1}" srcId="{C1F75701-52A8-4006-BC7E-523FCB55334F}" destId="{711BB3E2-1C58-4A00-BB86-DBF36B13CA43}" srcOrd="0" destOrd="0" parTransId="{B15A4D3B-2343-4D4A-BF12-057BABFFF446}" sibTransId="{7F99A069-2A5A-42B1-8B7F-288175381610}"/>
    <dgm:cxn modelId="{0441EF5A-6AB7-42F7-B726-5798A73E304E}" srcId="{12344148-5648-458C-9F06-1C1B9B3D2F7C}" destId="{F60F82BB-4D3B-433B-A487-669056D5AF83}" srcOrd="0" destOrd="0" parTransId="{21C5D6CD-0955-4ED3-8279-731480EDB227}" sibTransId="{1ED18433-5427-4F70-867C-F53937895C35}"/>
    <dgm:cxn modelId="{EA8BF75B-FF23-C24D-9ABE-146D6BD2D2C2}" type="presOf" srcId="{B10ACDC4-85E9-4262-86B2-932813918CD4}" destId="{4C19FA50-12DE-CB4E-8508-47134AF7CBE1}" srcOrd="0" destOrd="0" presId="urn:microsoft.com/office/officeart/2016/7/layout/ChevronBlockProcess"/>
    <dgm:cxn modelId="{0147825D-D07A-490E-A1E6-5ABB51ED9083}" srcId="{D9CB50C0-7247-46E8-88DE-CBD189346310}" destId="{C1F75701-52A8-4006-BC7E-523FCB55334F}" srcOrd="0" destOrd="0" parTransId="{378D2BE3-67CC-4ACC-982A-2CFFEB178393}" sibTransId="{582EC89C-6090-4BA9-B5BB-179C935C857F}"/>
    <dgm:cxn modelId="{84984C61-44AE-524C-A2A3-A359E880995A}" type="presOf" srcId="{BB325C02-9733-41AA-995C-ADF759487D17}" destId="{CB96FB5A-7635-8F4C-9889-F4795FC8735C}" srcOrd="0" destOrd="1" presId="urn:microsoft.com/office/officeart/2016/7/layout/ChevronBlockProcess"/>
    <dgm:cxn modelId="{222B0F6E-FBB4-435B-BE9C-A5BAFBF0B2F5}" srcId="{B10ACDC4-85E9-4262-86B2-932813918CD4}" destId="{AF0B439B-DF30-40E0-9AAD-0ECFC5F319DE}" srcOrd="0" destOrd="0" parTransId="{A3B047E1-BC11-4F3B-85D2-0F93BD0C9D85}" sibTransId="{5542E916-6ABC-4EBF-8EFC-357DE6EB2B63}"/>
    <dgm:cxn modelId="{2452E56F-9ACF-1547-AF52-080127D50A73}" type="presOf" srcId="{1E38BDFA-1833-436D-A9D3-F6F45E099687}" destId="{13E83C1B-3D17-2F49-9C07-52B002B21439}" srcOrd="0" destOrd="1" presId="urn:microsoft.com/office/officeart/2016/7/layout/ChevronBlockProcess"/>
    <dgm:cxn modelId="{7DC22977-6F97-4F31-B9A4-3B31AFF11EC5}" srcId="{8474C0F0-F7FF-4229-8EB3-3125A7BF4402}" destId="{1E38BDFA-1833-436D-A9D3-F6F45E099687}" srcOrd="0" destOrd="0" parTransId="{CDAD581E-C41C-41F6-ACDB-8DBD468144C9}" sibTransId="{6548A685-9502-428C-ABDB-AF5450EA600B}"/>
    <dgm:cxn modelId="{46517E7A-DA2B-2740-947E-6DED185FF2DF}" type="presOf" srcId="{2DBE5F2C-EBFF-41D8-AEA5-D97B39AB88FB}" destId="{193DB38A-DD59-8746-A2E5-00ED0A28A4FA}" srcOrd="0" destOrd="1" presId="urn:microsoft.com/office/officeart/2016/7/layout/ChevronBlockProcess"/>
    <dgm:cxn modelId="{9F2A1C7C-BED6-4D4F-9F8A-419390648E93}" type="presOf" srcId="{AF0B439B-DF30-40E0-9AAD-0ECFC5F319DE}" destId="{193DB38A-DD59-8746-A2E5-00ED0A28A4FA}" srcOrd="0" destOrd="0" presId="urn:microsoft.com/office/officeart/2016/7/layout/ChevronBlockProcess"/>
    <dgm:cxn modelId="{DF7BBE7D-21B3-46A5-B046-24CB2BCD4437}" srcId="{741D973A-3425-4FDC-A3C8-F4E2FE9FD95C}" destId="{BB325C02-9733-41AA-995C-ADF759487D17}" srcOrd="0" destOrd="0" parTransId="{4E283A66-3B62-494E-B752-672D750C67DC}" sibTransId="{6D505515-8361-40B1-931F-EAA03D59B585}"/>
    <dgm:cxn modelId="{7ACAFF7E-4DCA-8848-8579-5F0ED145997C}" type="presOf" srcId="{795CC6D7-1A52-4B62-B945-549611F91211}" destId="{08DA7F50-975F-4743-85B0-7297402B5BDC}" srcOrd="0" destOrd="0" presId="urn:microsoft.com/office/officeart/2016/7/layout/ChevronBlockProcess"/>
    <dgm:cxn modelId="{012BA483-F14E-9845-AFDA-1A09527F99A6}" type="presOf" srcId="{12344148-5648-458C-9F06-1C1B9B3D2F7C}" destId="{6B8302A0-E9D1-474F-847E-C05D8F0E74F0}" srcOrd="0" destOrd="0" presId="urn:microsoft.com/office/officeart/2016/7/layout/ChevronBlockProcess"/>
    <dgm:cxn modelId="{37D4B483-3E18-4D48-83C3-46C275C5F1F0}" srcId="{C48A599C-B615-4FA0-9CAD-164F04B513F0}" destId="{ED4C3D94-0D68-4ADF-87A4-DD515368DFCD}" srcOrd="0" destOrd="0" parTransId="{4B5FCF51-380F-4F59-B94F-64B6350E77B9}" sibTransId="{E8DEFD18-59F9-42F6-920B-B895F1CF69EB}"/>
    <dgm:cxn modelId="{A1DA7097-6698-3C44-BE20-F92966C09D14}" type="presOf" srcId="{C48A599C-B615-4FA0-9CAD-164F04B513F0}" destId="{9C48BE30-4E90-ED45-AFAD-148036EEF169}" srcOrd="0" destOrd="0" presId="urn:microsoft.com/office/officeart/2016/7/layout/ChevronBlockProcess"/>
    <dgm:cxn modelId="{82724C9C-2F38-7C4F-844A-CE64DC6B600B}" type="presOf" srcId="{711BB3E2-1C58-4A00-BB86-DBF36B13CA43}" destId="{483FC45B-39C6-BC4D-9ECA-91AD5B9BCC69}" srcOrd="0" destOrd="1" presId="urn:microsoft.com/office/officeart/2016/7/layout/ChevronBlockProcess"/>
    <dgm:cxn modelId="{DEFF42C0-2E69-4843-AD2C-1AD878A5D5BE}" type="presOf" srcId="{D9CB50C0-7247-46E8-88DE-CBD189346310}" destId="{6CB6F0AA-7A87-0243-AFBF-DDC4A13B0F47}" srcOrd="0" destOrd="0" presId="urn:microsoft.com/office/officeart/2016/7/layout/ChevronBlockProcess"/>
    <dgm:cxn modelId="{F2E5FBC0-F01B-EC4E-B163-2151D0C2B2F5}" type="presOf" srcId="{F60F82BB-4D3B-433B-A487-669056D5AF83}" destId="{6B8302A0-E9D1-474F-847E-C05D8F0E74F0}" srcOrd="0" destOrd="1" presId="urn:microsoft.com/office/officeart/2016/7/layout/ChevronBlockProcess"/>
    <dgm:cxn modelId="{504978D4-7331-4930-96BC-A104B1A8B814}" srcId="{C48A599C-B615-4FA0-9CAD-164F04B513F0}" destId="{D9CB50C0-7247-46E8-88DE-CBD189346310}" srcOrd="1" destOrd="0" parTransId="{FC720E06-D397-4ECB-B26F-B33EBF31F437}" sibTransId="{6D762C13-7C27-4A76-A160-936E167F069E}"/>
    <dgm:cxn modelId="{B7B1E5E6-4947-4D51-BEF0-189FC6A21DFB}" srcId="{BBB71954-24DE-44B2-A82B-DB9B39CDFE87}" destId="{741D973A-3425-4FDC-A3C8-F4E2FE9FD95C}" srcOrd="0" destOrd="0" parTransId="{E5DDB718-F502-48A4-B840-F50C83AEAFD7}" sibTransId="{B62A979E-EB6B-4DEB-B3D4-B4F51C77670F}"/>
    <dgm:cxn modelId="{062ED4EF-03CA-9E43-8DE7-ADA4BDBFFF85}" type="presOf" srcId="{ED4C3D94-0D68-4ADF-87A4-DD515368DFCD}" destId="{F2DF9871-D229-5443-B8B2-19FA1A23DBE0}" srcOrd="0" destOrd="0" presId="urn:microsoft.com/office/officeart/2016/7/layout/ChevronBlockProcess"/>
    <dgm:cxn modelId="{291982F6-3A18-47BB-BE57-00A9939F50DE}" srcId="{AF0B439B-DF30-40E0-9AAD-0ECFC5F319DE}" destId="{2DBE5F2C-EBFF-41D8-AEA5-D97B39AB88FB}" srcOrd="0" destOrd="0" parTransId="{869970DE-E29E-4AD2-B7E3-EEA415D449A0}" sibTransId="{23C9F917-1F6D-4AC8-AE08-F6724EC671A4}"/>
    <dgm:cxn modelId="{1A9BDC83-CD82-1E48-8519-F031AA6F8D40}" type="presParOf" srcId="{9C48BE30-4E90-ED45-AFAD-148036EEF169}" destId="{8D6ED125-F343-714C-B7A4-ED299D6696DC}" srcOrd="0" destOrd="0" presId="urn:microsoft.com/office/officeart/2016/7/layout/ChevronBlockProcess"/>
    <dgm:cxn modelId="{75ABD723-B040-A84D-A259-86FBB517E5E0}" type="presParOf" srcId="{8D6ED125-F343-714C-B7A4-ED299D6696DC}" destId="{F2DF9871-D229-5443-B8B2-19FA1A23DBE0}" srcOrd="0" destOrd="0" presId="urn:microsoft.com/office/officeart/2016/7/layout/ChevronBlockProcess"/>
    <dgm:cxn modelId="{9430C5AD-BD7C-724B-BCB2-2E10B651D3B3}" type="presParOf" srcId="{8D6ED125-F343-714C-B7A4-ED299D6696DC}" destId="{13E83C1B-3D17-2F49-9C07-52B002B21439}" srcOrd="1" destOrd="0" presId="urn:microsoft.com/office/officeart/2016/7/layout/ChevronBlockProcess"/>
    <dgm:cxn modelId="{3798189C-281B-AA4E-A331-6D1B830E4659}" type="presParOf" srcId="{9C48BE30-4E90-ED45-AFAD-148036EEF169}" destId="{C5498F73-DABB-8542-AF16-E88CBAA80CA9}" srcOrd="1" destOrd="0" presId="urn:microsoft.com/office/officeart/2016/7/layout/ChevronBlockProcess"/>
    <dgm:cxn modelId="{FDA36AF4-68C8-9D48-AC93-3ADDF5B3F40A}" type="presParOf" srcId="{9C48BE30-4E90-ED45-AFAD-148036EEF169}" destId="{075B3921-94A6-154A-9AF0-2F45EDCEB697}" srcOrd="2" destOrd="0" presId="urn:microsoft.com/office/officeart/2016/7/layout/ChevronBlockProcess"/>
    <dgm:cxn modelId="{05C34848-FF9A-E249-AC4C-1A863C160989}" type="presParOf" srcId="{075B3921-94A6-154A-9AF0-2F45EDCEB697}" destId="{6CB6F0AA-7A87-0243-AFBF-DDC4A13B0F47}" srcOrd="0" destOrd="0" presId="urn:microsoft.com/office/officeart/2016/7/layout/ChevronBlockProcess"/>
    <dgm:cxn modelId="{C020776B-4F6A-8247-A0A8-95552C2130E6}" type="presParOf" srcId="{075B3921-94A6-154A-9AF0-2F45EDCEB697}" destId="{483FC45B-39C6-BC4D-9ECA-91AD5B9BCC69}" srcOrd="1" destOrd="0" presId="urn:microsoft.com/office/officeart/2016/7/layout/ChevronBlockProcess"/>
    <dgm:cxn modelId="{4B00D542-99EF-7944-AB16-9F4595287DAC}" type="presParOf" srcId="{9C48BE30-4E90-ED45-AFAD-148036EEF169}" destId="{59C24A6E-F77D-0A41-8D19-24045AC7F979}" srcOrd="3" destOrd="0" presId="urn:microsoft.com/office/officeart/2016/7/layout/ChevronBlockProcess"/>
    <dgm:cxn modelId="{8136570E-A717-7645-8FB4-AC8021329676}" type="presParOf" srcId="{9C48BE30-4E90-ED45-AFAD-148036EEF169}" destId="{0935AA35-DC2C-CF4A-A0D0-0E37B087E621}" srcOrd="4" destOrd="0" presId="urn:microsoft.com/office/officeart/2016/7/layout/ChevronBlockProcess"/>
    <dgm:cxn modelId="{50EA6088-6550-3E4B-9CE7-3EC26E1B62CB}" type="presParOf" srcId="{0935AA35-DC2C-CF4A-A0D0-0E37B087E621}" destId="{4C19FA50-12DE-CB4E-8508-47134AF7CBE1}" srcOrd="0" destOrd="0" presId="urn:microsoft.com/office/officeart/2016/7/layout/ChevronBlockProcess"/>
    <dgm:cxn modelId="{68DC9C24-F993-F14D-BB97-76E436A50E14}" type="presParOf" srcId="{0935AA35-DC2C-CF4A-A0D0-0E37B087E621}" destId="{193DB38A-DD59-8746-A2E5-00ED0A28A4FA}" srcOrd="1" destOrd="0" presId="urn:microsoft.com/office/officeart/2016/7/layout/ChevronBlockProcess"/>
    <dgm:cxn modelId="{9681B912-5349-E348-AC2E-CD9E86055179}" type="presParOf" srcId="{9C48BE30-4E90-ED45-AFAD-148036EEF169}" destId="{3D76753C-293A-2F45-8E67-799BBF98DDAC}" srcOrd="5" destOrd="0" presId="urn:microsoft.com/office/officeart/2016/7/layout/ChevronBlockProcess"/>
    <dgm:cxn modelId="{A39EF477-7B68-9343-BC81-FC0F4771FA69}" type="presParOf" srcId="{9C48BE30-4E90-ED45-AFAD-148036EEF169}" destId="{E8F7A0C7-7D5B-964F-980A-C207B503ADEF}" srcOrd="6" destOrd="0" presId="urn:microsoft.com/office/officeart/2016/7/layout/ChevronBlockProcess"/>
    <dgm:cxn modelId="{28E931F2-A513-A44E-AF9E-41DA35BD96E6}" type="presParOf" srcId="{E8F7A0C7-7D5B-964F-980A-C207B503ADEF}" destId="{08DA7F50-975F-4743-85B0-7297402B5BDC}" srcOrd="0" destOrd="0" presId="urn:microsoft.com/office/officeart/2016/7/layout/ChevronBlockProcess"/>
    <dgm:cxn modelId="{497A20A4-00E3-7F4D-A61C-68309121D16E}" type="presParOf" srcId="{E8F7A0C7-7D5B-964F-980A-C207B503ADEF}" destId="{6B8302A0-E9D1-474F-847E-C05D8F0E74F0}" srcOrd="1" destOrd="0" presId="urn:microsoft.com/office/officeart/2016/7/layout/ChevronBlockProcess"/>
    <dgm:cxn modelId="{C5387E85-EC7A-BC4E-9529-7C749A238318}" type="presParOf" srcId="{9C48BE30-4E90-ED45-AFAD-148036EEF169}" destId="{5A97AB0A-D1F9-8644-AE3B-89FAB0586239}" srcOrd="7" destOrd="0" presId="urn:microsoft.com/office/officeart/2016/7/layout/ChevronBlockProcess"/>
    <dgm:cxn modelId="{8C646CD1-BB20-3043-A266-49D41F690964}" type="presParOf" srcId="{9C48BE30-4E90-ED45-AFAD-148036EEF169}" destId="{CE6F29E6-18D6-2341-8354-B29686AE8469}" srcOrd="8" destOrd="0" presId="urn:microsoft.com/office/officeart/2016/7/layout/ChevronBlockProcess"/>
    <dgm:cxn modelId="{83AE5C8C-6797-4943-9196-41DBCB63D5F2}" type="presParOf" srcId="{CE6F29E6-18D6-2341-8354-B29686AE8469}" destId="{190BABBB-AE89-A14F-80C1-88496678F8A6}" srcOrd="0" destOrd="0" presId="urn:microsoft.com/office/officeart/2016/7/layout/ChevronBlockProcess"/>
    <dgm:cxn modelId="{3DDCF522-065A-5F4A-9FC4-BAC04E66E092}" type="presParOf" srcId="{CE6F29E6-18D6-2341-8354-B29686AE8469}" destId="{CB96FB5A-7635-8F4C-9889-F4795FC8735C}" srcOrd="1" destOrd="0" presId="urn:microsoft.com/office/officeart/2016/7/layout/ChevronBlock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92D67DA-EA91-447F-B3A6-CDA76E32552A}"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497476D2-D881-49D8-AC7C-BA99426E67F7}">
      <dgm:prSet/>
      <dgm:spPr/>
      <dgm:t>
        <a:bodyPr/>
        <a:lstStyle/>
        <a:p>
          <a:pPr>
            <a:defRPr cap="all"/>
          </a:pPr>
          <a:r>
            <a:rPr lang="en-US" b="1" dirty="0"/>
            <a:t>Learning About AI</a:t>
          </a:r>
          <a:br>
            <a:rPr lang="en-US" dirty="0"/>
          </a:br>
          <a:r>
            <a:rPr lang="en-US" dirty="0">
              <a:solidFill>
                <a:schemeClr val="tx1"/>
              </a:solidFill>
            </a:rPr>
            <a:t>This project illustrated how AI can meaningfully drive digital transformation by bridging information gaps and promoting equitable access. Building a Custom GPT showed the importance of aligning technical design with ethical constraints and inclusive user experience.</a:t>
          </a:r>
        </a:p>
      </dgm:t>
    </dgm:pt>
    <dgm:pt modelId="{A89FD734-EDCE-4CF3-8206-D29ED1F5E946}" type="parTrans" cxnId="{93B8BE63-3762-4BD3-A5E7-E0110D0427CC}">
      <dgm:prSet/>
      <dgm:spPr/>
      <dgm:t>
        <a:bodyPr/>
        <a:lstStyle/>
        <a:p>
          <a:endParaRPr lang="en-US"/>
        </a:p>
      </dgm:t>
    </dgm:pt>
    <dgm:pt modelId="{E50B89A0-5446-4575-A309-A45AEE1312DF}" type="sibTrans" cxnId="{93B8BE63-3762-4BD3-A5E7-E0110D0427CC}">
      <dgm:prSet/>
      <dgm:spPr/>
      <dgm:t>
        <a:bodyPr/>
        <a:lstStyle/>
        <a:p>
          <a:endParaRPr lang="en-US"/>
        </a:p>
      </dgm:t>
    </dgm:pt>
    <dgm:pt modelId="{75CFFB52-334E-4672-AA1E-33AF265E6E1E}">
      <dgm:prSet/>
      <dgm:spPr/>
      <dgm:t>
        <a:bodyPr/>
        <a:lstStyle/>
        <a:p>
          <a:pPr>
            <a:defRPr cap="all"/>
          </a:pPr>
          <a:r>
            <a:rPr lang="en-US" b="1" dirty="0"/>
            <a:t>Challenges</a:t>
          </a:r>
          <a:br>
            <a:rPr lang="en-US" dirty="0"/>
          </a:br>
          <a:r>
            <a:rPr lang="en-US" dirty="0">
              <a:solidFill>
                <a:schemeClr val="tx1"/>
              </a:solidFill>
            </a:rPr>
            <a:t>Developing non-medical yet functional intake logic, preventing unintended assumptions, and maintaining structured outputs across varied user intents were major hurdles. Additional challenges included browsing limitations and ensuring accuracy in disability-related content.</a:t>
          </a:r>
        </a:p>
      </dgm:t>
    </dgm:pt>
    <dgm:pt modelId="{4C53BEE6-109B-4EBB-99D5-9C1A00F5B31C}" type="parTrans" cxnId="{AE89F36A-889C-4F4A-BEBD-F8E7F5A995EF}">
      <dgm:prSet/>
      <dgm:spPr/>
      <dgm:t>
        <a:bodyPr/>
        <a:lstStyle/>
        <a:p>
          <a:endParaRPr lang="en-US"/>
        </a:p>
      </dgm:t>
    </dgm:pt>
    <dgm:pt modelId="{0F5C60BF-0F4E-41E2-931A-250657779D48}" type="sibTrans" cxnId="{AE89F36A-889C-4F4A-BEBD-F8E7F5A995EF}">
      <dgm:prSet/>
      <dgm:spPr/>
      <dgm:t>
        <a:bodyPr/>
        <a:lstStyle/>
        <a:p>
          <a:endParaRPr lang="en-US"/>
        </a:p>
      </dgm:t>
    </dgm:pt>
    <dgm:pt modelId="{1793CCEA-E110-4390-9364-EBA87BA8722B}">
      <dgm:prSet/>
      <dgm:spPr/>
      <dgm:t>
        <a:bodyPr/>
        <a:lstStyle/>
        <a:p>
          <a:pPr>
            <a:defRPr cap="all"/>
          </a:pPr>
          <a:r>
            <a:rPr lang="en-US" b="1" dirty="0"/>
            <a:t>Lessons for the Future</a:t>
          </a:r>
          <a:br>
            <a:rPr lang="en-US" dirty="0"/>
          </a:br>
          <a:r>
            <a:rPr lang="en-US" dirty="0">
              <a:solidFill>
                <a:schemeClr val="tx1"/>
              </a:solidFill>
            </a:rPr>
            <a:t>Responsible AI requires transparency, user-centered design, and continuous evaluation. Domain-specific data expansion, iterative testing, and flexible adaptation to evolving AI capabilities are essential for scaling accessibility-focused solutions.</a:t>
          </a:r>
        </a:p>
      </dgm:t>
    </dgm:pt>
    <dgm:pt modelId="{BEC9667D-4C91-444F-88AF-17DEEB772016}" type="parTrans" cxnId="{06E9A581-EC7A-4513-99C2-FE7C7105F90E}">
      <dgm:prSet/>
      <dgm:spPr/>
      <dgm:t>
        <a:bodyPr/>
        <a:lstStyle/>
        <a:p>
          <a:endParaRPr lang="en-US"/>
        </a:p>
      </dgm:t>
    </dgm:pt>
    <dgm:pt modelId="{9FD07A16-A99B-49C1-AF75-E018357051ED}" type="sibTrans" cxnId="{06E9A581-EC7A-4513-99C2-FE7C7105F90E}">
      <dgm:prSet/>
      <dgm:spPr/>
      <dgm:t>
        <a:bodyPr/>
        <a:lstStyle/>
        <a:p>
          <a:endParaRPr lang="en-US"/>
        </a:p>
      </dgm:t>
    </dgm:pt>
    <dgm:pt modelId="{BFF4F8DC-FBE3-4682-930B-05F88FD9D2B7}" type="pres">
      <dgm:prSet presAssocID="{392D67DA-EA91-447F-B3A6-CDA76E32552A}" presName="root" presStyleCnt="0">
        <dgm:presLayoutVars>
          <dgm:dir/>
          <dgm:resizeHandles val="exact"/>
        </dgm:presLayoutVars>
      </dgm:prSet>
      <dgm:spPr/>
    </dgm:pt>
    <dgm:pt modelId="{D4F1332B-F828-490C-9826-A94B95B40E79}" type="pres">
      <dgm:prSet presAssocID="{497476D2-D881-49D8-AC7C-BA99426E67F7}" presName="compNode" presStyleCnt="0"/>
      <dgm:spPr/>
    </dgm:pt>
    <dgm:pt modelId="{B8E9701C-FD03-4328-84B4-40BAC4049558}" type="pres">
      <dgm:prSet presAssocID="{497476D2-D881-49D8-AC7C-BA99426E67F7}" presName="iconBgRect" presStyleLbl="bgShp" presStyleIdx="0" presStyleCnt="3"/>
      <dgm:spPr/>
    </dgm:pt>
    <dgm:pt modelId="{F9A0BDA5-A4E9-4EEB-A5CA-5384658678E9}" type="pres">
      <dgm:prSet presAssocID="{497476D2-D881-49D8-AC7C-BA99426E67F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57A3136A-424F-424A-82B4-C70D8F099515}" type="pres">
      <dgm:prSet presAssocID="{497476D2-D881-49D8-AC7C-BA99426E67F7}" presName="spaceRect" presStyleCnt="0"/>
      <dgm:spPr/>
    </dgm:pt>
    <dgm:pt modelId="{856BFEF7-E328-4A6F-8739-9CD37A233751}" type="pres">
      <dgm:prSet presAssocID="{497476D2-D881-49D8-AC7C-BA99426E67F7}" presName="textRect" presStyleLbl="revTx" presStyleIdx="0" presStyleCnt="3">
        <dgm:presLayoutVars>
          <dgm:chMax val="1"/>
          <dgm:chPref val="1"/>
        </dgm:presLayoutVars>
      </dgm:prSet>
      <dgm:spPr/>
    </dgm:pt>
    <dgm:pt modelId="{BA67A0A8-A832-4FB7-B0A8-0EFE53F57A41}" type="pres">
      <dgm:prSet presAssocID="{E50B89A0-5446-4575-A309-A45AEE1312DF}" presName="sibTrans" presStyleCnt="0"/>
      <dgm:spPr/>
    </dgm:pt>
    <dgm:pt modelId="{7C3326F9-9EE3-42CF-87A9-F890EF725980}" type="pres">
      <dgm:prSet presAssocID="{75CFFB52-334E-4672-AA1E-33AF265E6E1E}" presName="compNode" presStyleCnt="0"/>
      <dgm:spPr/>
    </dgm:pt>
    <dgm:pt modelId="{F63F890B-DC74-47C7-8A1C-77498B18F918}" type="pres">
      <dgm:prSet presAssocID="{75CFFB52-334E-4672-AA1E-33AF265E6E1E}" presName="iconBgRect" presStyleLbl="bgShp" presStyleIdx="1" presStyleCnt="3"/>
      <dgm:spPr/>
    </dgm:pt>
    <dgm:pt modelId="{7013E219-2098-43B5-899E-729C636653E6}" type="pres">
      <dgm:prSet presAssocID="{75CFFB52-334E-4672-AA1E-33AF265E6E1E}"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uzzle pieces with solid fill"/>
        </a:ext>
      </dgm:extLst>
    </dgm:pt>
    <dgm:pt modelId="{87B54515-795A-4D41-B0E1-633F2342516E}" type="pres">
      <dgm:prSet presAssocID="{75CFFB52-334E-4672-AA1E-33AF265E6E1E}" presName="spaceRect" presStyleCnt="0"/>
      <dgm:spPr/>
    </dgm:pt>
    <dgm:pt modelId="{0A990273-D784-4B1E-86B5-2E8D0A185828}" type="pres">
      <dgm:prSet presAssocID="{75CFFB52-334E-4672-AA1E-33AF265E6E1E}" presName="textRect" presStyleLbl="revTx" presStyleIdx="1" presStyleCnt="3">
        <dgm:presLayoutVars>
          <dgm:chMax val="1"/>
          <dgm:chPref val="1"/>
        </dgm:presLayoutVars>
      </dgm:prSet>
      <dgm:spPr/>
    </dgm:pt>
    <dgm:pt modelId="{AE5906D1-85D2-46D4-A29D-D1028534FBC9}" type="pres">
      <dgm:prSet presAssocID="{0F5C60BF-0F4E-41E2-931A-250657779D48}" presName="sibTrans" presStyleCnt="0"/>
      <dgm:spPr/>
    </dgm:pt>
    <dgm:pt modelId="{DCDE9586-B929-4DF4-9A80-B848BBA8491D}" type="pres">
      <dgm:prSet presAssocID="{1793CCEA-E110-4390-9364-EBA87BA8722B}" presName="compNode" presStyleCnt="0"/>
      <dgm:spPr/>
    </dgm:pt>
    <dgm:pt modelId="{B34A0D42-64F8-4797-92B4-B1C4F4946217}" type="pres">
      <dgm:prSet presAssocID="{1793CCEA-E110-4390-9364-EBA87BA8722B}" presName="iconBgRect" presStyleLbl="bgShp" presStyleIdx="2" presStyleCnt="3"/>
      <dgm:spPr/>
    </dgm:pt>
    <dgm:pt modelId="{12C2D314-7981-4D31-8AA7-6481BBAC63C3}" type="pres">
      <dgm:prSet presAssocID="{1793CCEA-E110-4390-9364-EBA87BA8722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Person with Idea"/>
        </a:ext>
      </dgm:extLst>
    </dgm:pt>
    <dgm:pt modelId="{7A0BFA6A-A628-41F1-A6B9-38CF840FA442}" type="pres">
      <dgm:prSet presAssocID="{1793CCEA-E110-4390-9364-EBA87BA8722B}" presName="spaceRect" presStyleCnt="0"/>
      <dgm:spPr/>
    </dgm:pt>
    <dgm:pt modelId="{2EE51816-204E-4165-9939-AE7879F6A0FC}" type="pres">
      <dgm:prSet presAssocID="{1793CCEA-E110-4390-9364-EBA87BA8722B}" presName="textRect" presStyleLbl="revTx" presStyleIdx="2" presStyleCnt="3">
        <dgm:presLayoutVars>
          <dgm:chMax val="1"/>
          <dgm:chPref val="1"/>
        </dgm:presLayoutVars>
      </dgm:prSet>
      <dgm:spPr/>
    </dgm:pt>
  </dgm:ptLst>
  <dgm:cxnLst>
    <dgm:cxn modelId="{0DD3E31D-47A8-4FD2-9FFE-2B988C093192}" type="presOf" srcId="{392D67DA-EA91-447F-B3A6-CDA76E32552A}" destId="{BFF4F8DC-FBE3-4682-930B-05F88FD9D2B7}" srcOrd="0" destOrd="0" presId="urn:microsoft.com/office/officeart/2018/5/layout/IconCircleLabelList"/>
    <dgm:cxn modelId="{16D8A724-0F38-4FB7-84CE-C58AB0E35191}" type="presOf" srcId="{1793CCEA-E110-4390-9364-EBA87BA8722B}" destId="{2EE51816-204E-4165-9939-AE7879F6A0FC}" srcOrd="0" destOrd="0" presId="urn:microsoft.com/office/officeart/2018/5/layout/IconCircleLabelList"/>
    <dgm:cxn modelId="{93B8BE63-3762-4BD3-A5E7-E0110D0427CC}" srcId="{392D67DA-EA91-447F-B3A6-CDA76E32552A}" destId="{497476D2-D881-49D8-AC7C-BA99426E67F7}" srcOrd="0" destOrd="0" parTransId="{A89FD734-EDCE-4CF3-8206-D29ED1F5E946}" sibTransId="{E50B89A0-5446-4575-A309-A45AEE1312DF}"/>
    <dgm:cxn modelId="{AE89F36A-889C-4F4A-BEBD-F8E7F5A995EF}" srcId="{392D67DA-EA91-447F-B3A6-CDA76E32552A}" destId="{75CFFB52-334E-4672-AA1E-33AF265E6E1E}" srcOrd="1" destOrd="0" parTransId="{4C53BEE6-109B-4EBB-99D5-9C1A00F5B31C}" sibTransId="{0F5C60BF-0F4E-41E2-931A-250657779D48}"/>
    <dgm:cxn modelId="{06E9A581-EC7A-4513-99C2-FE7C7105F90E}" srcId="{392D67DA-EA91-447F-B3A6-CDA76E32552A}" destId="{1793CCEA-E110-4390-9364-EBA87BA8722B}" srcOrd="2" destOrd="0" parTransId="{BEC9667D-4C91-444F-88AF-17DEEB772016}" sibTransId="{9FD07A16-A99B-49C1-AF75-E018357051ED}"/>
    <dgm:cxn modelId="{33ECEAD3-941D-4C05-9C25-8C7067FA6986}" type="presOf" srcId="{75CFFB52-334E-4672-AA1E-33AF265E6E1E}" destId="{0A990273-D784-4B1E-86B5-2E8D0A185828}" srcOrd="0" destOrd="0" presId="urn:microsoft.com/office/officeart/2018/5/layout/IconCircleLabelList"/>
    <dgm:cxn modelId="{07E926F0-879B-4D22-93C0-B4631F7F1A9B}" type="presOf" srcId="{497476D2-D881-49D8-AC7C-BA99426E67F7}" destId="{856BFEF7-E328-4A6F-8739-9CD37A233751}" srcOrd="0" destOrd="0" presId="urn:microsoft.com/office/officeart/2018/5/layout/IconCircleLabelList"/>
    <dgm:cxn modelId="{A49D9187-FB4F-4F3E-83AF-D79D5C124EB0}" type="presParOf" srcId="{BFF4F8DC-FBE3-4682-930B-05F88FD9D2B7}" destId="{D4F1332B-F828-490C-9826-A94B95B40E79}" srcOrd="0" destOrd="0" presId="urn:microsoft.com/office/officeart/2018/5/layout/IconCircleLabelList"/>
    <dgm:cxn modelId="{337E83DC-D957-4CC0-BA19-DC7E499F8799}" type="presParOf" srcId="{D4F1332B-F828-490C-9826-A94B95B40E79}" destId="{B8E9701C-FD03-4328-84B4-40BAC4049558}" srcOrd="0" destOrd="0" presId="urn:microsoft.com/office/officeart/2018/5/layout/IconCircleLabelList"/>
    <dgm:cxn modelId="{EBAA70A4-3EF7-4134-A534-E7F2B98F2FEC}" type="presParOf" srcId="{D4F1332B-F828-490C-9826-A94B95B40E79}" destId="{F9A0BDA5-A4E9-4EEB-A5CA-5384658678E9}" srcOrd="1" destOrd="0" presId="urn:microsoft.com/office/officeart/2018/5/layout/IconCircleLabelList"/>
    <dgm:cxn modelId="{C24B0014-0168-4ACB-8519-4D9B190306D4}" type="presParOf" srcId="{D4F1332B-F828-490C-9826-A94B95B40E79}" destId="{57A3136A-424F-424A-82B4-C70D8F099515}" srcOrd="2" destOrd="0" presId="urn:microsoft.com/office/officeart/2018/5/layout/IconCircleLabelList"/>
    <dgm:cxn modelId="{98FDB721-3E3F-4090-A3A1-E09154945114}" type="presParOf" srcId="{D4F1332B-F828-490C-9826-A94B95B40E79}" destId="{856BFEF7-E328-4A6F-8739-9CD37A233751}" srcOrd="3" destOrd="0" presId="urn:microsoft.com/office/officeart/2018/5/layout/IconCircleLabelList"/>
    <dgm:cxn modelId="{20B3E783-653C-456F-B8B5-14F3FD74BE7B}" type="presParOf" srcId="{BFF4F8DC-FBE3-4682-930B-05F88FD9D2B7}" destId="{BA67A0A8-A832-4FB7-B0A8-0EFE53F57A41}" srcOrd="1" destOrd="0" presId="urn:microsoft.com/office/officeart/2018/5/layout/IconCircleLabelList"/>
    <dgm:cxn modelId="{A7C4F9E2-A3B9-4A47-A5BB-6441D40D88E3}" type="presParOf" srcId="{BFF4F8DC-FBE3-4682-930B-05F88FD9D2B7}" destId="{7C3326F9-9EE3-42CF-87A9-F890EF725980}" srcOrd="2" destOrd="0" presId="urn:microsoft.com/office/officeart/2018/5/layout/IconCircleLabelList"/>
    <dgm:cxn modelId="{07725709-613A-42DC-9C9B-3A17FCB4DCC9}" type="presParOf" srcId="{7C3326F9-9EE3-42CF-87A9-F890EF725980}" destId="{F63F890B-DC74-47C7-8A1C-77498B18F918}" srcOrd="0" destOrd="0" presId="urn:microsoft.com/office/officeart/2018/5/layout/IconCircleLabelList"/>
    <dgm:cxn modelId="{2F660EC2-822A-4943-8C7F-3918814A21D3}" type="presParOf" srcId="{7C3326F9-9EE3-42CF-87A9-F890EF725980}" destId="{7013E219-2098-43B5-899E-729C636653E6}" srcOrd="1" destOrd="0" presId="urn:microsoft.com/office/officeart/2018/5/layout/IconCircleLabelList"/>
    <dgm:cxn modelId="{8779B3BE-1F14-45F0-8105-81A82A9AA5F9}" type="presParOf" srcId="{7C3326F9-9EE3-42CF-87A9-F890EF725980}" destId="{87B54515-795A-4D41-B0E1-633F2342516E}" srcOrd="2" destOrd="0" presId="urn:microsoft.com/office/officeart/2018/5/layout/IconCircleLabelList"/>
    <dgm:cxn modelId="{7837AC75-18AD-4E57-B5B1-EC2D3CE369D6}" type="presParOf" srcId="{7C3326F9-9EE3-42CF-87A9-F890EF725980}" destId="{0A990273-D784-4B1E-86B5-2E8D0A185828}" srcOrd="3" destOrd="0" presId="urn:microsoft.com/office/officeart/2018/5/layout/IconCircleLabelList"/>
    <dgm:cxn modelId="{3E1B33D8-7F91-4336-8D79-282B788F72E6}" type="presParOf" srcId="{BFF4F8DC-FBE3-4682-930B-05F88FD9D2B7}" destId="{AE5906D1-85D2-46D4-A29D-D1028534FBC9}" srcOrd="3" destOrd="0" presId="urn:microsoft.com/office/officeart/2018/5/layout/IconCircleLabelList"/>
    <dgm:cxn modelId="{AD426370-09DA-4D88-8A7D-86CBD5251E1C}" type="presParOf" srcId="{BFF4F8DC-FBE3-4682-930B-05F88FD9D2B7}" destId="{DCDE9586-B929-4DF4-9A80-B848BBA8491D}" srcOrd="4" destOrd="0" presId="urn:microsoft.com/office/officeart/2018/5/layout/IconCircleLabelList"/>
    <dgm:cxn modelId="{CC6EB12B-B174-4A27-9B72-BB4CF2E0E3EB}" type="presParOf" srcId="{DCDE9586-B929-4DF4-9A80-B848BBA8491D}" destId="{B34A0D42-64F8-4797-92B4-B1C4F4946217}" srcOrd="0" destOrd="0" presId="urn:microsoft.com/office/officeart/2018/5/layout/IconCircleLabelList"/>
    <dgm:cxn modelId="{0C2A52EA-0274-43D7-9182-A397952C6115}" type="presParOf" srcId="{DCDE9586-B929-4DF4-9A80-B848BBA8491D}" destId="{12C2D314-7981-4D31-8AA7-6481BBAC63C3}" srcOrd="1" destOrd="0" presId="urn:microsoft.com/office/officeart/2018/5/layout/IconCircleLabelList"/>
    <dgm:cxn modelId="{E3118A12-CE41-4DFD-ABEC-7C2EDFEE2A30}" type="presParOf" srcId="{DCDE9586-B929-4DF4-9A80-B848BBA8491D}" destId="{7A0BFA6A-A628-41F1-A6B9-38CF840FA442}" srcOrd="2" destOrd="0" presId="urn:microsoft.com/office/officeart/2018/5/layout/IconCircleLabelList"/>
    <dgm:cxn modelId="{D1EDCF14-BD1B-42F8-8E54-1CF49E502B28}" type="presParOf" srcId="{DCDE9586-B929-4DF4-9A80-B848BBA8491D}" destId="{2EE51816-204E-4165-9939-AE7879F6A0FC}"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21D55EE-D5FD-E04D-9D3B-1C91B421DE7E}" type="doc">
      <dgm:prSet loTypeId="urn:microsoft.com/office/officeart/2008/layout/HorizontalMultiLevelHierarchy" loCatId="" qsTypeId="urn:microsoft.com/office/officeart/2005/8/quickstyle/simple4" qsCatId="simple" csTypeId="urn:microsoft.com/office/officeart/2005/8/colors/accent0_3" csCatId="mainScheme" phldr="1"/>
      <dgm:spPr/>
      <dgm:t>
        <a:bodyPr/>
        <a:lstStyle/>
        <a:p>
          <a:endParaRPr lang="en-US"/>
        </a:p>
      </dgm:t>
    </dgm:pt>
    <dgm:pt modelId="{8861A5DC-D658-144C-8D63-D0943615B954}">
      <dgm:prSet phldrT="[Text]"/>
      <dgm:spPr/>
      <dgm:t>
        <a:bodyPr/>
        <a:lstStyle/>
        <a:p>
          <a:r>
            <a:rPr lang="en-US" dirty="0"/>
            <a:t>Future Improvements</a:t>
          </a:r>
        </a:p>
      </dgm:t>
    </dgm:pt>
    <dgm:pt modelId="{952AEF35-317C-9747-8AC7-ACDFDCA8742B}" type="parTrans" cxnId="{A73891A4-77AE-3542-82BF-BE5BC180E29B}">
      <dgm:prSet/>
      <dgm:spPr/>
      <dgm:t>
        <a:bodyPr/>
        <a:lstStyle/>
        <a:p>
          <a:endParaRPr lang="en-US"/>
        </a:p>
      </dgm:t>
    </dgm:pt>
    <dgm:pt modelId="{4F73DE68-A7DA-EA44-A409-FAAA8D602A90}" type="sibTrans" cxnId="{A73891A4-77AE-3542-82BF-BE5BC180E29B}">
      <dgm:prSet/>
      <dgm:spPr/>
      <dgm:t>
        <a:bodyPr/>
        <a:lstStyle/>
        <a:p>
          <a:endParaRPr lang="en-US"/>
        </a:p>
      </dgm:t>
    </dgm:pt>
    <dgm:pt modelId="{FF9991F1-B34F-2D42-B973-EB44006D3144}">
      <dgm:prSet phldrT="[Text]"/>
      <dgm:spPr/>
      <dgm:t>
        <a:bodyPr/>
        <a:lstStyle/>
        <a:p>
          <a:pPr>
            <a:buFont typeface="Arial" panose="020B0604020202020204" pitchFamily="34" charset="0"/>
            <a:buChar char="•"/>
          </a:pPr>
          <a:r>
            <a:rPr lang="en-US" dirty="0"/>
            <a:t>Expand training data (Move United manuals, equipment catalogs)</a:t>
          </a:r>
        </a:p>
      </dgm:t>
    </dgm:pt>
    <dgm:pt modelId="{04320CF8-84BC-D249-B013-651B8D146E53}" type="parTrans" cxnId="{3A574AFC-A927-FD47-86AF-62B0BDC9B44D}">
      <dgm:prSet/>
      <dgm:spPr/>
      <dgm:t>
        <a:bodyPr/>
        <a:lstStyle/>
        <a:p>
          <a:endParaRPr lang="en-US"/>
        </a:p>
      </dgm:t>
    </dgm:pt>
    <dgm:pt modelId="{F31B722F-F85F-9B45-95CC-7006CD8A7BF9}" type="sibTrans" cxnId="{3A574AFC-A927-FD47-86AF-62B0BDC9B44D}">
      <dgm:prSet/>
      <dgm:spPr/>
      <dgm:t>
        <a:bodyPr/>
        <a:lstStyle/>
        <a:p>
          <a:endParaRPr lang="en-US"/>
        </a:p>
      </dgm:t>
    </dgm:pt>
    <dgm:pt modelId="{A070923B-4AE4-254A-9217-5A3195CABFAF}">
      <dgm:prSet phldrT="[Text]"/>
      <dgm:spPr/>
      <dgm:t>
        <a:bodyPr/>
        <a:lstStyle/>
        <a:p>
          <a:pPr>
            <a:buFont typeface="Arial" panose="020B0604020202020204" pitchFamily="34" charset="0"/>
            <a:buChar char="•"/>
          </a:pPr>
          <a:r>
            <a:rPr lang="en-US" dirty="0"/>
            <a:t>API-based integration with recreation program directories</a:t>
          </a:r>
        </a:p>
      </dgm:t>
    </dgm:pt>
    <dgm:pt modelId="{69B93371-36A7-E248-89AF-6D2F0ED35140}" type="parTrans" cxnId="{E76FB516-29C2-134D-A0C2-C9AD7BD430B7}">
      <dgm:prSet/>
      <dgm:spPr/>
      <dgm:t>
        <a:bodyPr/>
        <a:lstStyle/>
        <a:p>
          <a:endParaRPr lang="en-US"/>
        </a:p>
      </dgm:t>
    </dgm:pt>
    <dgm:pt modelId="{E0E37CBC-227C-7343-BD56-5224167652E9}" type="sibTrans" cxnId="{E76FB516-29C2-134D-A0C2-C9AD7BD430B7}">
      <dgm:prSet/>
      <dgm:spPr/>
      <dgm:t>
        <a:bodyPr/>
        <a:lstStyle/>
        <a:p>
          <a:endParaRPr lang="en-US"/>
        </a:p>
      </dgm:t>
    </dgm:pt>
    <dgm:pt modelId="{BFAA1D1A-3AA2-ED4B-B550-CE8C4B249513}">
      <dgm:prSet phldrT="[Text]"/>
      <dgm:spPr/>
      <dgm:t>
        <a:bodyPr/>
        <a:lstStyle/>
        <a:p>
          <a:pPr>
            <a:buFont typeface="Arial" panose="020B0604020202020204" pitchFamily="34" charset="0"/>
            <a:buChar char="•"/>
          </a:pPr>
          <a:r>
            <a:rPr lang="en-US" dirty="0"/>
            <a:t>Enhanced location filtering and accessibility tagging</a:t>
          </a:r>
        </a:p>
      </dgm:t>
    </dgm:pt>
    <dgm:pt modelId="{337A7733-6744-164D-8C15-D1E576791DC0}" type="parTrans" cxnId="{3E8CDE90-7D7A-2A48-A9DE-C0CE9EE363AC}">
      <dgm:prSet/>
      <dgm:spPr/>
      <dgm:t>
        <a:bodyPr/>
        <a:lstStyle/>
        <a:p>
          <a:endParaRPr lang="en-US"/>
        </a:p>
      </dgm:t>
    </dgm:pt>
    <dgm:pt modelId="{A44EF123-6B43-1644-B15D-F05B49AF9529}" type="sibTrans" cxnId="{3E8CDE90-7D7A-2A48-A9DE-C0CE9EE363AC}">
      <dgm:prSet/>
      <dgm:spPr/>
      <dgm:t>
        <a:bodyPr/>
        <a:lstStyle/>
        <a:p>
          <a:endParaRPr lang="en-US"/>
        </a:p>
      </dgm:t>
    </dgm:pt>
    <dgm:pt modelId="{93BFFF44-3D64-144D-8CB7-B9089F10B00D}">
      <dgm:prSet phldrT="[Text]"/>
      <dgm:spPr/>
      <dgm:t>
        <a:bodyPr/>
        <a:lstStyle/>
        <a:p>
          <a:pPr>
            <a:buFont typeface="Arial" panose="020B0604020202020204" pitchFamily="34" charset="0"/>
            <a:buChar char="•"/>
          </a:pPr>
          <a:r>
            <a:rPr lang="en-US"/>
            <a:t>Multilingual support and global expansion</a:t>
          </a:r>
          <a:endParaRPr lang="en-US" dirty="0"/>
        </a:p>
      </dgm:t>
    </dgm:pt>
    <dgm:pt modelId="{CD51C6AB-3FE7-A740-8027-707F137CE018}" type="parTrans" cxnId="{D8664BF1-CE41-2A4A-B24C-0B20E95D6F1B}">
      <dgm:prSet/>
      <dgm:spPr/>
      <dgm:t>
        <a:bodyPr/>
        <a:lstStyle/>
        <a:p>
          <a:endParaRPr lang="en-US"/>
        </a:p>
      </dgm:t>
    </dgm:pt>
    <dgm:pt modelId="{D9441704-3125-EF44-BBFB-B9E83C3E0F55}" type="sibTrans" cxnId="{D8664BF1-CE41-2A4A-B24C-0B20E95D6F1B}">
      <dgm:prSet/>
      <dgm:spPr/>
      <dgm:t>
        <a:bodyPr/>
        <a:lstStyle/>
        <a:p>
          <a:endParaRPr lang="en-US"/>
        </a:p>
      </dgm:t>
    </dgm:pt>
    <dgm:pt modelId="{B6FB7CAF-35E0-DD44-87F3-3FD0F48117CB}" type="pres">
      <dgm:prSet presAssocID="{721D55EE-D5FD-E04D-9D3B-1C91B421DE7E}" presName="Name0" presStyleCnt="0">
        <dgm:presLayoutVars>
          <dgm:chPref val="1"/>
          <dgm:dir/>
          <dgm:animOne val="branch"/>
          <dgm:animLvl val="lvl"/>
          <dgm:resizeHandles val="exact"/>
        </dgm:presLayoutVars>
      </dgm:prSet>
      <dgm:spPr/>
    </dgm:pt>
    <dgm:pt modelId="{76CA8F60-ADAE-6F49-B2ED-27048808922B}" type="pres">
      <dgm:prSet presAssocID="{8861A5DC-D658-144C-8D63-D0943615B954}" presName="root1" presStyleCnt="0"/>
      <dgm:spPr/>
    </dgm:pt>
    <dgm:pt modelId="{FAE02113-A837-0742-9DBE-DD3B44113678}" type="pres">
      <dgm:prSet presAssocID="{8861A5DC-D658-144C-8D63-D0943615B954}" presName="LevelOneTextNode" presStyleLbl="node0" presStyleIdx="0" presStyleCnt="1">
        <dgm:presLayoutVars>
          <dgm:chPref val="3"/>
        </dgm:presLayoutVars>
      </dgm:prSet>
      <dgm:spPr/>
    </dgm:pt>
    <dgm:pt modelId="{5E98F04F-F5A5-D041-8EFC-68E5CD614C82}" type="pres">
      <dgm:prSet presAssocID="{8861A5DC-D658-144C-8D63-D0943615B954}" presName="level2hierChild" presStyleCnt="0"/>
      <dgm:spPr/>
    </dgm:pt>
    <dgm:pt modelId="{28F3B47F-0328-5942-A72E-992EF590C4D2}" type="pres">
      <dgm:prSet presAssocID="{04320CF8-84BC-D249-B013-651B8D146E53}" presName="conn2-1" presStyleLbl="parChTrans1D2" presStyleIdx="0" presStyleCnt="4"/>
      <dgm:spPr/>
    </dgm:pt>
    <dgm:pt modelId="{20BFACC7-A5EE-F94B-9B00-EEB7DBC613C5}" type="pres">
      <dgm:prSet presAssocID="{04320CF8-84BC-D249-B013-651B8D146E53}" presName="connTx" presStyleLbl="parChTrans1D2" presStyleIdx="0" presStyleCnt="4"/>
      <dgm:spPr/>
    </dgm:pt>
    <dgm:pt modelId="{8348A3DF-FEBD-8E4B-974F-76F1DA958162}" type="pres">
      <dgm:prSet presAssocID="{FF9991F1-B34F-2D42-B973-EB44006D3144}" presName="root2" presStyleCnt="0"/>
      <dgm:spPr/>
    </dgm:pt>
    <dgm:pt modelId="{D48D7799-63A0-7941-90CB-07B200282AF9}" type="pres">
      <dgm:prSet presAssocID="{FF9991F1-B34F-2D42-B973-EB44006D3144}" presName="LevelTwoTextNode" presStyleLbl="node2" presStyleIdx="0" presStyleCnt="4">
        <dgm:presLayoutVars>
          <dgm:chPref val="3"/>
        </dgm:presLayoutVars>
      </dgm:prSet>
      <dgm:spPr/>
    </dgm:pt>
    <dgm:pt modelId="{3E0283F1-05D4-0249-88D1-21B8D913D272}" type="pres">
      <dgm:prSet presAssocID="{FF9991F1-B34F-2D42-B973-EB44006D3144}" presName="level3hierChild" presStyleCnt="0"/>
      <dgm:spPr/>
    </dgm:pt>
    <dgm:pt modelId="{6C74BF9B-FC30-3C45-9A2A-DB0C7172CB1E}" type="pres">
      <dgm:prSet presAssocID="{69B93371-36A7-E248-89AF-6D2F0ED35140}" presName="conn2-1" presStyleLbl="parChTrans1D2" presStyleIdx="1" presStyleCnt="4"/>
      <dgm:spPr/>
    </dgm:pt>
    <dgm:pt modelId="{4A70360E-9F3C-B64F-A720-CAEE90EEB868}" type="pres">
      <dgm:prSet presAssocID="{69B93371-36A7-E248-89AF-6D2F0ED35140}" presName="connTx" presStyleLbl="parChTrans1D2" presStyleIdx="1" presStyleCnt="4"/>
      <dgm:spPr/>
    </dgm:pt>
    <dgm:pt modelId="{F7C466F3-7F08-4A46-8602-7DED0D3E7C43}" type="pres">
      <dgm:prSet presAssocID="{A070923B-4AE4-254A-9217-5A3195CABFAF}" presName="root2" presStyleCnt="0"/>
      <dgm:spPr/>
    </dgm:pt>
    <dgm:pt modelId="{9A54DE36-412E-574D-86E7-829D84DD5725}" type="pres">
      <dgm:prSet presAssocID="{A070923B-4AE4-254A-9217-5A3195CABFAF}" presName="LevelTwoTextNode" presStyleLbl="node2" presStyleIdx="1" presStyleCnt="4">
        <dgm:presLayoutVars>
          <dgm:chPref val="3"/>
        </dgm:presLayoutVars>
      </dgm:prSet>
      <dgm:spPr/>
    </dgm:pt>
    <dgm:pt modelId="{D69CCE7D-F554-B540-A5FE-C207B21DE066}" type="pres">
      <dgm:prSet presAssocID="{A070923B-4AE4-254A-9217-5A3195CABFAF}" presName="level3hierChild" presStyleCnt="0"/>
      <dgm:spPr/>
    </dgm:pt>
    <dgm:pt modelId="{D9B96984-39F3-1644-BA82-163BA0CB6062}" type="pres">
      <dgm:prSet presAssocID="{337A7733-6744-164D-8C15-D1E576791DC0}" presName="conn2-1" presStyleLbl="parChTrans1D2" presStyleIdx="2" presStyleCnt="4"/>
      <dgm:spPr/>
    </dgm:pt>
    <dgm:pt modelId="{A6FB4286-620D-A94F-98AA-ABEDCD878C1E}" type="pres">
      <dgm:prSet presAssocID="{337A7733-6744-164D-8C15-D1E576791DC0}" presName="connTx" presStyleLbl="parChTrans1D2" presStyleIdx="2" presStyleCnt="4"/>
      <dgm:spPr/>
    </dgm:pt>
    <dgm:pt modelId="{C19F3BE2-F823-CB4A-AFDE-53F3891006D3}" type="pres">
      <dgm:prSet presAssocID="{BFAA1D1A-3AA2-ED4B-B550-CE8C4B249513}" presName="root2" presStyleCnt="0"/>
      <dgm:spPr/>
    </dgm:pt>
    <dgm:pt modelId="{F0A5719C-A16C-B74F-9E36-4C4FBC733DDD}" type="pres">
      <dgm:prSet presAssocID="{BFAA1D1A-3AA2-ED4B-B550-CE8C4B249513}" presName="LevelTwoTextNode" presStyleLbl="node2" presStyleIdx="2" presStyleCnt="4">
        <dgm:presLayoutVars>
          <dgm:chPref val="3"/>
        </dgm:presLayoutVars>
      </dgm:prSet>
      <dgm:spPr/>
    </dgm:pt>
    <dgm:pt modelId="{B33C8E72-7EB0-514B-A51C-924C70CCEFF8}" type="pres">
      <dgm:prSet presAssocID="{BFAA1D1A-3AA2-ED4B-B550-CE8C4B249513}" presName="level3hierChild" presStyleCnt="0"/>
      <dgm:spPr/>
    </dgm:pt>
    <dgm:pt modelId="{E6B8A2A6-003D-CE4E-8170-123BB76C79A6}" type="pres">
      <dgm:prSet presAssocID="{CD51C6AB-3FE7-A740-8027-707F137CE018}" presName="conn2-1" presStyleLbl="parChTrans1D2" presStyleIdx="3" presStyleCnt="4"/>
      <dgm:spPr/>
    </dgm:pt>
    <dgm:pt modelId="{C66F20D0-CCED-D94D-B011-CE721604D9FA}" type="pres">
      <dgm:prSet presAssocID="{CD51C6AB-3FE7-A740-8027-707F137CE018}" presName="connTx" presStyleLbl="parChTrans1D2" presStyleIdx="3" presStyleCnt="4"/>
      <dgm:spPr/>
    </dgm:pt>
    <dgm:pt modelId="{601BB084-1055-3548-8880-ED02844EDDE4}" type="pres">
      <dgm:prSet presAssocID="{93BFFF44-3D64-144D-8CB7-B9089F10B00D}" presName="root2" presStyleCnt="0"/>
      <dgm:spPr/>
    </dgm:pt>
    <dgm:pt modelId="{7949A3FA-107E-5B4F-ADE8-48D21349FE2B}" type="pres">
      <dgm:prSet presAssocID="{93BFFF44-3D64-144D-8CB7-B9089F10B00D}" presName="LevelTwoTextNode" presStyleLbl="node2" presStyleIdx="3" presStyleCnt="4">
        <dgm:presLayoutVars>
          <dgm:chPref val="3"/>
        </dgm:presLayoutVars>
      </dgm:prSet>
      <dgm:spPr/>
    </dgm:pt>
    <dgm:pt modelId="{56DE3008-33BA-4043-B37D-11476D89F81B}" type="pres">
      <dgm:prSet presAssocID="{93BFFF44-3D64-144D-8CB7-B9089F10B00D}" presName="level3hierChild" presStyleCnt="0"/>
      <dgm:spPr/>
    </dgm:pt>
  </dgm:ptLst>
  <dgm:cxnLst>
    <dgm:cxn modelId="{E3EA1A04-7166-774D-A02D-060711265A01}" type="presOf" srcId="{8861A5DC-D658-144C-8D63-D0943615B954}" destId="{FAE02113-A837-0742-9DBE-DD3B44113678}" srcOrd="0" destOrd="0" presId="urn:microsoft.com/office/officeart/2008/layout/HorizontalMultiLevelHierarchy"/>
    <dgm:cxn modelId="{E76FB516-29C2-134D-A0C2-C9AD7BD430B7}" srcId="{8861A5DC-D658-144C-8D63-D0943615B954}" destId="{A070923B-4AE4-254A-9217-5A3195CABFAF}" srcOrd="1" destOrd="0" parTransId="{69B93371-36A7-E248-89AF-6D2F0ED35140}" sibTransId="{E0E37CBC-227C-7343-BD56-5224167652E9}"/>
    <dgm:cxn modelId="{EE58D317-CF92-7447-AABD-28027CFF219B}" type="presOf" srcId="{69B93371-36A7-E248-89AF-6D2F0ED35140}" destId="{4A70360E-9F3C-B64F-A720-CAEE90EEB868}" srcOrd="1" destOrd="0" presId="urn:microsoft.com/office/officeart/2008/layout/HorizontalMultiLevelHierarchy"/>
    <dgm:cxn modelId="{F52ACE1D-3C6C-424E-9FD6-087024FD2CC6}" type="presOf" srcId="{721D55EE-D5FD-E04D-9D3B-1C91B421DE7E}" destId="{B6FB7CAF-35E0-DD44-87F3-3FD0F48117CB}" srcOrd="0" destOrd="0" presId="urn:microsoft.com/office/officeart/2008/layout/HorizontalMultiLevelHierarchy"/>
    <dgm:cxn modelId="{ABC8723E-9DAE-1749-9CE9-45F3D886CF06}" type="presOf" srcId="{04320CF8-84BC-D249-B013-651B8D146E53}" destId="{28F3B47F-0328-5942-A72E-992EF590C4D2}" srcOrd="0" destOrd="0" presId="urn:microsoft.com/office/officeart/2008/layout/HorizontalMultiLevelHierarchy"/>
    <dgm:cxn modelId="{F951D052-5C81-014C-9CBE-AE70362A9A46}" type="presOf" srcId="{BFAA1D1A-3AA2-ED4B-B550-CE8C4B249513}" destId="{F0A5719C-A16C-B74F-9E36-4C4FBC733DDD}" srcOrd="0" destOrd="0" presId="urn:microsoft.com/office/officeart/2008/layout/HorizontalMultiLevelHierarchy"/>
    <dgm:cxn modelId="{56EB4A5F-38DF-9E40-B45C-FA84EB608CF9}" type="presOf" srcId="{A070923B-4AE4-254A-9217-5A3195CABFAF}" destId="{9A54DE36-412E-574D-86E7-829D84DD5725}" srcOrd="0" destOrd="0" presId="urn:microsoft.com/office/officeart/2008/layout/HorizontalMultiLevelHierarchy"/>
    <dgm:cxn modelId="{0698CC6A-8A80-1E42-906A-933DB6D35734}" type="presOf" srcId="{93BFFF44-3D64-144D-8CB7-B9089F10B00D}" destId="{7949A3FA-107E-5B4F-ADE8-48D21349FE2B}" srcOrd="0" destOrd="0" presId="urn:microsoft.com/office/officeart/2008/layout/HorizontalMultiLevelHierarchy"/>
    <dgm:cxn modelId="{2A899A7D-DDDB-FA4E-B2D5-BCD1FC278E14}" type="presOf" srcId="{337A7733-6744-164D-8C15-D1E576791DC0}" destId="{D9B96984-39F3-1644-BA82-163BA0CB6062}" srcOrd="0" destOrd="0" presId="urn:microsoft.com/office/officeart/2008/layout/HorizontalMultiLevelHierarchy"/>
    <dgm:cxn modelId="{0CB6CB8A-FD7F-714E-A154-3D44A425DE78}" type="presOf" srcId="{CD51C6AB-3FE7-A740-8027-707F137CE018}" destId="{E6B8A2A6-003D-CE4E-8170-123BB76C79A6}" srcOrd="0" destOrd="0" presId="urn:microsoft.com/office/officeart/2008/layout/HorizontalMultiLevelHierarchy"/>
    <dgm:cxn modelId="{0D546D8C-EED4-9A4F-A44D-FEB40948DEAB}" type="presOf" srcId="{04320CF8-84BC-D249-B013-651B8D146E53}" destId="{20BFACC7-A5EE-F94B-9B00-EEB7DBC613C5}" srcOrd="1" destOrd="0" presId="urn:microsoft.com/office/officeart/2008/layout/HorizontalMultiLevelHierarchy"/>
    <dgm:cxn modelId="{3E8CDE90-7D7A-2A48-A9DE-C0CE9EE363AC}" srcId="{8861A5DC-D658-144C-8D63-D0943615B954}" destId="{BFAA1D1A-3AA2-ED4B-B550-CE8C4B249513}" srcOrd="2" destOrd="0" parTransId="{337A7733-6744-164D-8C15-D1E576791DC0}" sibTransId="{A44EF123-6B43-1644-B15D-F05B49AF9529}"/>
    <dgm:cxn modelId="{30E36B92-B948-DF46-A81E-55D26589BD23}" type="presOf" srcId="{337A7733-6744-164D-8C15-D1E576791DC0}" destId="{A6FB4286-620D-A94F-98AA-ABEDCD878C1E}" srcOrd="1" destOrd="0" presId="urn:microsoft.com/office/officeart/2008/layout/HorizontalMultiLevelHierarchy"/>
    <dgm:cxn modelId="{A73891A4-77AE-3542-82BF-BE5BC180E29B}" srcId="{721D55EE-D5FD-E04D-9D3B-1C91B421DE7E}" destId="{8861A5DC-D658-144C-8D63-D0943615B954}" srcOrd="0" destOrd="0" parTransId="{952AEF35-317C-9747-8AC7-ACDFDCA8742B}" sibTransId="{4F73DE68-A7DA-EA44-A409-FAAA8D602A90}"/>
    <dgm:cxn modelId="{A82FDFAB-5535-5847-9627-DFEC322F6BE1}" type="presOf" srcId="{FF9991F1-B34F-2D42-B973-EB44006D3144}" destId="{D48D7799-63A0-7941-90CB-07B200282AF9}" srcOrd="0" destOrd="0" presId="urn:microsoft.com/office/officeart/2008/layout/HorizontalMultiLevelHierarchy"/>
    <dgm:cxn modelId="{BBE39BCD-FF28-8F48-9734-767C184E5A76}" type="presOf" srcId="{69B93371-36A7-E248-89AF-6D2F0ED35140}" destId="{6C74BF9B-FC30-3C45-9A2A-DB0C7172CB1E}" srcOrd="0" destOrd="0" presId="urn:microsoft.com/office/officeart/2008/layout/HorizontalMultiLevelHierarchy"/>
    <dgm:cxn modelId="{5FAA02CE-2F81-D942-A63E-13B8C74B454B}" type="presOf" srcId="{CD51C6AB-3FE7-A740-8027-707F137CE018}" destId="{C66F20D0-CCED-D94D-B011-CE721604D9FA}" srcOrd="1" destOrd="0" presId="urn:microsoft.com/office/officeart/2008/layout/HorizontalMultiLevelHierarchy"/>
    <dgm:cxn modelId="{D8664BF1-CE41-2A4A-B24C-0B20E95D6F1B}" srcId="{8861A5DC-D658-144C-8D63-D0943615B954}" destId="{93BFFF44-3D64-144D-8CB7-B9089F10B00D}" srcOrd="3" destOrd="0" parTransId="{CD51C6AB-3FE7-A740-8027-707F137CE018}" sibTransId="{D9441704-3125-EF44-BBFB-B9E83C3E0F55}"/>
    <dgm:cxn modelId="{3A574AFC-A927-FD47-86AF-62B0BDC9B44D}" srcId="{8861A5DC-D658-144C-8D63-D0943615B954}" destId="{FF9991F1-B34F-2D42-B973-EB44006D3144}" srcOrd="0" destOrd="0" parTransId="{04320CF8-84BC-D249-B013-651B8D146E53}" sibTransId="{F31B722F-F85F-9B45-95CC-7006CD8A7BF9}"/>
    <dgm:cxn modelId="{DA59851A-7705-CB4F-9907-0DEE356757D8}" type="presParOf" srcId="{B6FB7CAF-35E0-DD44-87F3-3FD0F48117CB}" destId="{76CA8F60-ADAE-6F49-B2ED-27048808922B}" srcOrd="0" destOrd="0" presId="urn:microsoft.com/office/officeart/2008/layout/HorizontalMultiLevelHierarchy"/>
    <dgm:cxn modelId="{97CAC9CB-E41B-8648-87F0-44DE13CF8A9F}" type="presParOf" srcId="{76CA8F60-ADAE-6F49-B2ED-27048808922B}" destId="{FAE02113-A837-0742-9DBE-DD3B44113678}" srcOrd="0" destOrd="0" presId="urn:microsoft.com/office/officeart/2008/layout/HorizontalMultiLevelHierarchy"/>
    <dgm:cxn modelId="{45B1228C-15DC-934F-93B8-0E6CF9CA85D1}" type="presParOf" srcId="{76CA8F60-ADAE-6F49-B2ED-27048808922B}" destId="{5E98F04F-F5A5-D041-8EFC-68E5CD614C82}" srcOrd="1" destOrd="0" presId="urn:microsoft.com/office/officeart/2008/layout/HorizontalMultiLevelHierarchy"/>
    <dgm:cxn modelId="{3EA54D4B-C279-BC41-9248-6DB19F06217C}" type="presParOf" srcId="{5E98F04F-F5A5-D041-8EFC-68E5CD614C82}" destId="{28F3B47F-0328-5942-A72E-992EF590C4D2}" srcOrd="0" destOrd="0" presId="urn:microsoft.com/office/officeart/2008/layout/HorizontalMultiLevelHierarchy"/>
    <dgm:cxn modelId="{B5F3AAE7-FFFA-4B41-8CBA-2252DC1DFA6B}" type="presParOf" srcId="{28F3B47F-0328-5942-A72E-992EF590C4D2}" destId="{20BFACC7-A5EE-F94B-9B00-EEB7DBC613C5}" srcOrd="0" destOrd="0" presId="urn:microsoft.com/office/officeart/2008/layout/HorizontalMultiLevelHierarchy"/>
    <dgm:cxn modelId="{3C73FAD3-A030-AC48-A1EA-09C1E3F3A09E}" type="presParOf" srcId="{5E98F04F-F5A5-D041-8EFC-68E5CD614C82}" destId="{8348A3DF-FEBD-8E4B-974F-76F1DA958162}" srcOrd="1" destOrd="0" presId="urn:microsoft.com/office/officeart/2008/layout/HorizontalMultiLevelHierarchy"/>
    <dgm:cxn modelId="{A743EB12-ADFA-7143-AC3A-2F01483FC194}" type="presParOf" srcId="{8348A3DF-FEBD-8E4B-974F-76F1DA958162}" destId="{D48D7799-63A0-7941-90CB-07B200282AF9}" srcOrd="0" destOrd="0" presId="urn:microsoft.com/office/officeart/2008/layout/HorizontalMultiLevelHierarchy"/>
    <dgm:cxn modelId="{3A537D63-D94C-BE4C-A756-7CC5A6041662}" type="presParOf" srcId="{8348A3DF-FEBD-8E4B-974F-76F1DA958162}" destId="{3E0283F1-05D4-0249-88D1-21B8D913D272}" srcOrd="1" destOrd="0" presId="urn:microsoft.com/office/officeart/2008/layout/HorizontalMultiLevelHierarchy"/>
    <dgm:cxn modelId="{26187065-6764-AA42-A20D-26C475584071}" type="presParOf" srcId="{5E98F04F-F5A5-D041-8EFC-68E5CD614C82}" destId="{6C74BF9B-FC30-3C45-9A2A-DB0C7172CB1E}" srcOrd="2" destOrd="0" presId="urn:microsoft.com/office/officeart/2008/layout/HorizontalMultiLevelHierarchy"/>
    <dgm:cxn modelId="{60A8788F-F547-6147-94C7-FDED44217483}" type="presParOf" srcId="{6C74BF9B-FC30-3C45-9A2A-DB0C7172CB1E}" destId="{4A70360E-9F3C-B64F-A720-CAEE90EEB868}" srcOrd="0" destOrd="0" presId="urn:microsoft.com/office/officeart/2008/layout/HorizontalMultiLevelHierarchy"/>
    <dgm:cxn modelId="{0E0E7958-9383-3149-893F-CED2DC4DD1F5}" type="presParOf" srcId="{5E98F04F-F5A5-D041-8EFC-68E5CD614C82}" destId="{F7C466F3-7F08-4A46-8602-7DED0D3E7C43}" srcOrd="3" destOrd="0" presId="urn:microsoft.com/office/officeart/2008/layout/HorizontalMultiLevelHierarchy"/>
    <dgm:cxn modelId="{4D731402-AECD-7549-A57C-A1A18CC173D9}" type="presParOf" srcId="{F7C466F3-7F08-4A46-8602-7DED0D3E7C43}" destId="{9A54DE36-412E-574D-86E7-829D84DD5725}" srcOrd="0" destOrd="0" presId="urn:microsoft.com/office/officeart/2008/layout/HorizontalMultiLevelHierarchy"/>
    <dgm:cxn modelId="{5E73EB8A-6FB5-5D43-B3BF-E094CAE218EB}" type="presParOf" srcId="{F7C466F3-7F08-4A46-8602-7DED0D3E7C43}" destId="{D69CCE7D-F554-B540-A5FE-C207B21DE066}" srcOrd="1" destOrd="0" presId="urn:microsoft.com/office/officeart/2008/layout/HorizontalMultiLevelHierarchy"/>
    <dgm:cxn modelId="{4F229131-8A18-F54D-8C61-0794069D644B}" type="presParOf" srcId="{5E98F04F-F5A5-D041-8EFC-68E5CD614C82}" destId="{D9B96984-39F3-1644-BA82-163BA0CB6062}" srcOrd="4" destOrd="0" presId="urn:microsoft.com/office/officeart/2008/layout/HorizontalMultiLevelHierarchy"/>
    <dgm:cxn modelId="{102B4D55-BED6-584A-AC5B-B83281322542}" type="presParOf" srcId="{D9B96984-39F3-1644-BA82-163BA0CB6062}" destId="{A6FB4286-620D-A94F-98AA-ABEDCD878C1E}" srcOrd="0" destOrd="0" presId="urn:microsoft.com/office/officeart/2008/layout/HorizontalMultiLevelHierarchy"/>
    <dgm:cxn modelId="{2B0E744C-4AF4-B44F-9105-62705E1E3CB9}" type="presParOf" srcId="{5E98F04F-F5A5-D041-8EFC-68E5CD614C82}" destId="{C19F3BE2-F823-CB4A-AFDE-53F3891006D3}" srcOrd="5" destOrd="0" presId="urn:microsoft.com/office/officeart/2008/layout/HorizontalMultiLevelHierarchy"/>
    <dgm:cxn modelId="{824C0487-7292-E44F-A066-8BC8C2CF5DFF}" type="presParOf" srcId="{C19F3BE2-F823-CB4A-AFDE-53F3891006D3}" destId="{F0A5719C-A16C-B74F-9E36-4C4FBC733DDD}" srcOrd="0" destOrd="0" presId="urn:microsoft.com/office/officeart/2008/layout/HorizontalMultiLevelHierarchy"/>
    <dgm:cxn modelId="{9969DF7A-922F-6246-9A89-2E99D1159BED}" type="presParOf" srcId="{C19F3BE2-F823-CB4A-AFDE-53F3891006D3}" destId="{B33C8E72-7EB0-514B-A51C-924C70CCEFF8}" srcOrd="1" destOrd="0" presId="urn:microsoft.com/office/officeart/2008/layout/HorizontalMultiLevelHierarchy"/>
    <dgm:cxn modelId="{A42ECA44-642E-684B-B4B7-422811749ABB}" type="presParOf" srcId="{5E98F04F-F5A5-D041-8EFC-68E5CD614C82}" destId="{E6B8A2A6-003D-CE4E-8170-123BB76C79A6}" srcOrd="6" destOrd="0" presId="urn:microsoft.com/office/officeart/2008/layout/HorizontalMultiLevelHierarchy"/>
    <dgm:cxn modelId="{6AFEF5A3-0C85-EC42-8B75-7AF70775A560}" type="presParOf" srcId="{E6B8A2A6-003D-CE4E-8170-123BB76C79A6}" destId="{C66F20D0-CCED-D94D-B011-CE721604D9FA}" srcOrd="0" destOrd="0" presId="urn:microsoft.com/office/officeart/2008/layout/HorizontalMultiLevelHierarchy"/>
    <dgm:cxn modelId="{F0BC731D-FAE9-5149-86AB-106DA9D85A07}" type="presParOf" srcId="{5E98F04F-F5A5-D041-8EFC-68E5CD614C82}" destId="{601BB084-1055-3548-8880-ED02844EDDE4}" srcOrd="7" destOrd="0" presId="urn:microsoft.com/office/officeart/2008/layout/HorizontalMultiLevelHierarchy"/>
    <dgm:cxn modelId="{CC737BA0-2272-D848-B940-BA9B247ED2AE}" type="presParOf" srcId="{601BB084-1055-3548-8880-ED02844EDDE4}" destId="{7949A3FA-107E-5B4F-ADE8-48D21349FE2B}" srcOrd="0" destOrd="0" presId="urn:microsoft.com/office/officeart/2008/layout/HorizontalMultiLevelHierarchy"/>
    <dgm:cxn modelId="{E7CE33EE-4F9F-044F-8550-BB2656D41BD8}" type="presParOf" srcId="{601BB084-1055-3548-8880-ED02844EDDE4}" destId="{56DE3008-33BA-4043-B37D-11476D89F81B}" srcOrd="1" destOrd="0" presId="urn:microsoft.com/office/officeart/2008/layout/HorizontalMultiLevelHierarchy"/>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6B9B23-1FA8-F246-B427-00B6B5632CB3}">
      <dsp:nvSpPr>
        <dsp:cNvPr id="0" name=""/>
        <dsp:cNvSpPr/>
      </dsp:nvSpPr>
      <dsp:spPr>
        <a:xfrm>
          <a:off x="821" y="0"/>
          <a:ext cx="3327201" cy="3948876"/>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622300">
            <a:lnSpc>
              <a:spcPct val="90000"/>
            </a:lnSpc>
            <a:spcBef>
              <a:spcPct val="0"/>
            </a:spcBef>
            <a:spcAft>
              <a:spcPct val="35000"/>
            </a:spcAft>
            <a:buNone/>
          </a:pPr>
          <a:r>
            <a:rPr lang="en-US" sz="1400" b="1" kern="1200" dirty="0"/>
            <a:t>Industry Context – </a:t>
          </a:r>
        </a:p>
        <a:p>
          <a:pPr marL="0" lvl="0" indent="0" algn="l" defTabSz="622300">
            <a:lnSpc>
              <a:spcPct val="90000"/>
            </a:lnSpc>
            <a:spcBef>
              <a:spcPct val="0"/>
            </a:spcBef>
            <a:spcAft>
              <a:spcPct val="35000"/>
            </a:spcAft>
            <a:buNone/>
          </a:pPr>
          <a:r>
            <a:rPr lang="en-US" sz="1400" kern="1200" dirty="0"/>
            <a:t>Adaptive and inclusive sports lack centralized, consistent, and accessible information for individuals with disabilities. Organizations like Special Olympics and Paralympics have extensive resources, but they are fragmented across platforms.</a:t>
          </a:r>
        </a:p>
      </dsp:txBody>
      <dsp:txXfrm>
        <a:off x="821" y="1579550"/>
        <a:ext cx="3327201" cy="2369325"/>
      </dsp:txXfrm>
    </dsp:sp>
    <dsp:sp modelId="{13F97825-3CCB-484C-871F-6F24056058DA}">
      <dsp:nvSpPr>
        <dsp:cNvPr id="0" name=""/>
        <dsp:cNvSpPr/>
      </dsp:nvSpPr>
      <dsp:spPr>
        <a:xfrm>
          <a:off x="821"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0"/>
        <a:ext cx="3327201" cy="1579550"/>
      </dsp:txXfrm>
    </dsp:sp>
    <dsp:sp modelId="{22A9ECB3-65D7-4647-A74D-AF8CE875E2AC}">
      <dsp:nvSpPr>
        <dsp:cNvPr id="0" name=""/>
        <dsp:cNvSpPr/>
      </dsp:nvSpPr>
      <dsp:spPr>
        <a:xfrm>
          <a:off x="3594199" y="0"/>
          <a:ext cx="3327201" cy="3948876"/>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622300">
            <a:lnSpc>
              <a:spcPct val="90000"/>
            </a:lnSpc>
            <a:spcBef>
              <a:spcPct val="0"/>
            </a:spcBef>
            <a:spcAft>
              <a:spcPct val="35000"/>
            </a:spcAft>
            <a:buNone/>
          </a:pPr>
          <a:r>
            <a:rPr lang="en-US" sz="1400" b="1" kern="1200" dirty="0"/>
            <a:t>Problem &amp; Opportunity –</a:t>
          </a:r>
        </a:p>
        <a:p>
          <a:pPr marL="0" lvl="0" indent="0" algn="l" defTabSz="622300">
            <a:lnSpc>
              <a:spcPct val="90000"/>
            </a:lnSpc>
            <a:spcBef>
              <a:spcPct val="0"/>
            </a:spcBef>
            <a:spcAft>
              <a:spcPct val="35000"/>
            </a:spcAft>
            <a:buNone/>
          </a:pPr>
          <a:r>
            <a:rPr lang="en-US" sz="1400" b="1" kern="1200" dirty="0"/>
            <a:t> </a:t>
          </a:r>
          <a:r>
            <a:rPr lang="en-US" sz="1400" kern="1200" dirty="0"/>
            <a:t>Participants face barriers finding accessible programs, adaptive equipment, and functional-ability–based sport recommendations. A single, conversational AI access point can eliminate these barriers by translating functional needs into clear guidance and local opportunities.</a:t>
          </a:r>
        </a:p>
      </dsp:txBody>
      <dsp:txXfrm>
        <a:off x="3594199" y="1579550"/>
        <a:ext cx="3327201" cy="2369325"/>
      </dsp:txXfrm>
    </dsp:sp>
    <dsp:sp modelId="{DBEE80E4-28D0-DC47-9D2B-274ABB8DFA3A}">
      <dsp:nvSpPr>
        <dsp:cNvPr id="0" name=""/>
        <dsp:cNvSpPr/>
      </dsp:nvSpPr>
      <dsp:spPr>
        <a:xfrm>
          <a:off x="3594199"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0"/>
        <a:ext cx="3327201" cy="1579550"/>
      </dsp:txXfrm>
    </dsp:sp>
    <dsp:sp modelId="{C5A47B21-06D4-C046-A09F-B397CE639248}">
      <dsp:nvSpPr>
        <dsp:cNvPr id="0" name=""/>
        <dsp:cNvSpPr/>
      </dsp:nvSpPr>
      <dsp:spPr>
        <a:xfrm>
          <a:off x="7187576" y="0"/>
          <a:ext cx="3327201" cy="3948876"/>
        </a:xfrm>
        <a:prstGeom prst="rect">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622300">
            <a:lnSpc>
              <a:spcPct val="90000"/>
            </a:lnSpc>
            <a:spcBef>
              <a:spcPct val="0"/>
            </a:spcBef>
            <a:spcAft>
              <a:spcPct val="35000"/>
            </a:spcAft>
            <a:buNone/>
          </a:pPr>
          <a:r>
            <a:rPr lang="en-US" sz="1400" b="1" kern="1200" dirty="0"/>
            <a:t>Why It Matters for Digital Transformation –</a:t>
          </a:r>
        </a:p>
        <a:p>
          <a:pPr marL="0" lvl="0" indent="0" algn="l" defTabSz="622300">
            <a:lnSpc>
              <a:spcPct val="90000"/>
            </a:lnSpc>
            <a:spcBef>
              <a:spcPct val="0"/>
            </a:spcBef>
            <a:spcAft>
              <a:spcPct val="35000"/>
            </a:spcAft>
            <a:buNone/>
          </a:pPr>
          <a:r>
            <a:rPr lang="en-US" sz="1400" b="1" kern="1200" dirty="0"/>
            <a:t> </a:t>
          </a:r>
          <a:r>
            <a:rPr lang="en-US" sz="1400" kern="1200" dirty="0" err="1"/>
            <a:t>AdaptiveSportsGPT</a:t>
          </a:r>
          <a:r>
            <a:rPr lang="en-US" sz="1400" kern="1200" dirty="0"/>
            <a:t> advances the industry's digital transformation by integrating data, automating recommendations, and delivering personalized, equitable access aligned with modern accessibility and AI-for-good frameworks.</a:t>
          </a:r>
        </a:p>
      </dsp:txBody>
      <dsp:txXfrm>
        <a:off x="7187576" y="1579550"/>
        <a:ext cx="3327201" cy="2369325"/>
      </dsp:txXfrm>
    </dsp:sp>
    <dsp:sp modelId="{E1297FD6-0B66-9D46-BE99-0B6EEFEFEFDD}">
      <dsp:nvSpPr>
        <dsp:cNvPr id="0" name=""/>
        <dsp:cNvSpPr/>
      </dsp:nvSpPr>
      <dsp:spPr>
        <a:xfrm>
          <a:off x="7187576" y="0"/>
          <a:ext cx="3327201" cy="1579550"/>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endParaRPr lang="en-US" sz="6600" kern="1200" dirty="0"/>
        </a:p>
      </dsp:txBody>
      <dsp:txXfrm>
        <a:off x="7187576" y="0"/>
        <a:ext cx="3327201" cy="15795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5BBDC5-EAF7-A446-B4DC-76C680EED206}">
      <dsp:nvSpPr>
        <dsp:cNvPr id="0" name=""/>
        <dsp:cNvSpPr/>
      </dsp:nvSpPr>
      <dsp:spPr>
        <a:xfrm>
          <a:off x="3969543" y="1301327"/>
          <a:ext cx="3117056" cy="494478"/>
        </a:xfrm>
        <a:custGeom>
          <a:avLst/>
          <a:gdLst/>
          <a:ahLst/>
          <a:cxnLst/>
          <a:rect l="0" t="0" r="0" b="0"/>
          <a:pathLst>
            <a:path>
              <a:moveTo>
                <a:pt x="0" y="0"/>
              </a:moveTo>
              <a:lnTo>
                <a:pt x="0" y="336972"/>
              </a:lnTo>
              <a:lnTo>
                <a:pt x="3117056" y="336972"/>
              </a:lnTo>
              <a:lnTo>
                <a:pt x="3117056" y="49447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86578B7-6544-B743-AC9F-E5C18AB80C8B}">
      <dsp:nvSpPr>
        <dsp:cNvPr id="0" name=""/>
        <dsp:cNvSpPr/>
      </dsp:nvSpPr>
      <dsp:spPr>
        <a:xfrm>
          <a:off x="3969543" y="1301327"/>
          <a:ext cx="1039018" cy="494478"/>
        </a:xfrm>
        <a:custGeom>
          <a:avLst/>
          <a:gdLst/>
          <a:ahLst/>
          <a:cxnLst/>
          <a:rect l="0" t="0" r="0" b="0"/>
          <a:pathLst>
            <a:path>
              <a:moveTo>
                <a:pt x="0" y="0"/>
              </a:moveTo>
              <a:lnTo>
                <a:pt x="0" y="336972"/>
              </a:lnTo>
              <a:lnTo>
                <a:pt x="1039018" y="336972"/>
              </a:lnTo>
              <a:lnTo>
                <a:pt x="1039018" y="49447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CBE9B1C-BB40-8945-9F7D-E1E105AAC127}">
      <dsp:nvSpPr>
        <dsp:cNvPr id="0" name=""/>
        <dsp:cNvSpPr/>
      </dsp:nvSpPr>
      <dsp:spPr>
        <a:xfrm>
          <a:off x="2930524" y="1301327"/>
          <a:ext cx="1039018" cy="494478"/>
        </a:xfrm>
        <a:custGeom>
          <a:avLst/>
          <a:gdLst/>
          <a:ahLst/>
          <a:cxnLst/>
          <a:rect l="0" t="0" r="0" b="0"/>
          <a:pathLst>
            <a:path>
              <a:moveTo>
                <a:pt x="1039018" y="0"/>
              </a:moveTo>
              <a:lnTo>
                <a:pt x="1039018" y="336972"/>
              </a:lnTo>
              <a:lnTo>
                <a:pt x="0" y="336972"/>
              </a:lnTo>
              <a:lnTo>
                <a:pt x="0" y="49447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1C42A0-6E45-5946-A85D-15FE1A7F355F}">
      <dsp:nvSpPr>
        <dsp:cNvPr id="0" name=""/>
        <dsp:cNvSpPr/>
      </dsp:nvSpPr>
      <dsp:spPr>
        <a:xfrm>
          <a:off x="852487" y="1301327"/>
          <a:ext cx="3117056" cy="494478"/>
        </a:xfrm>
        <a:custGeom>
          <a:avLst/>
          <a:gdLst/>
          <a:ahLst/>
          <a:cxnLst/>
          <a:rect l="0" t="0" r="0" b="0"/>
          <a:pathLst>
            <a:path>
              <a:moveTo>
                <a:pt x="3117056" y="0"/>
              </a:moveTo>
              <a:lnTo>
                <a:pt x="3117056" y="336972"/>
              </a:lnTo>
              <a:lnTo>
                <a:pt x="0" y="336972"/>
              </a:lnTo>
              <a:lnTo>
                <a:pt x="0" y="49447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FA56F3-3456-424E-A646-FCE38FA0D721}">
      <dsp:nvSpPr>
        <dsp:cNvPr id="0" name=""/>
        <dsp:cNvSpPr/>
      </dsp:nvSpPr>
      <dsp:spPr>
        <a:xfrm>
          <a:off x="3119437" y="221692"/>
          <a:ext cx="1700212" cy="1079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0155B90-D2E7-1C47-90CE-258A3E7F2DAA}">
      <dsp:nvSpPr>
        <dsp:cNvPr id="0" name=""/>
        <dsp:cNvSpPr/>
      </dsp:nvSpPr>
      <dsp:spPr>
        <a:xfrm>
          <a:off x="3308350" y="401159"/>
          <a:ext cx="1700212" cy="1079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t>Primary Use Cases</a:t>
          </a:r>
        </a:p>
      </dsp:txBody>
      <dsp:txXfrm>
        <a:off x="3339971" y="432780"/>
        <a:ext cx="1636970" cy="1016392"/>
      </dsp:txXfrm>
    </dsp:sp>
    <dsp:sp modelId="{23136E41-2537-654A-8DB9-C7BCD50C8BD6}">
      <dsp:nvSpPr>
        <dsp:cNvPr id="0" name=""/>
        <dsp:cNvSpPr/>
      </dsp:nvSpPr>
      <dsp:spPr>
        <a:xfrm>
          <a:off x="2381" y="1795805"/>
          <a:ext cx="1700212" cy="1079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E7F3E3D-59DC-D042-86E7-3E9469797EDF}">
      <dsp:nvSpPr>
        <dsp:cNvPr id="0" name=""/>
        <dsp:cNvSpPr/>
      </dsp:nvSpPr>
      <dsp:spPr>
        <a:xfrm>
          <a:off x="191293" y="1975272"/>
          <a:ext cx="1700212" cy="1079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Sport discovery based on functional needs</a:t>
          </a:r>
          <a:endParaRPr lang="en-US" sz="1400" kern="1200" dirty="0"/>
        </a:p>
      </dsp:txBody>
      <dsp:txXfrm>
        <a:off x="222914" y="2006893"/>
        <a:ext cx="1636970" cy="1016392"/>
      </dsp:txXfrm>
    </dsp:sp>
    <dsp:sp modelId="{5A8A2668-6F5A-844A-B1C3-3E6B1633C69E}">
      <dsp:nvSpPr>
        <dsp:cNvPr id="0" name=""/>
        <dsp:cNvSpPr/>
      </dsp:nvSpPr>
      <dsp:spPr>
        <a:xfrm>
          <a:off x="2080418" y="1795805"/>
          <a:ext cx="1700212" cy="1079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88CE7B-1529-A64B-BD89-6A429D080A88}">
      <dsp:nvSpPr>
        <dsp:cNvPr id="0" name=""/>
        <dsp:cNvSpPr/>
      </dsp:nvSpPr>
      <dsp:spPr>
        <a:xfrm>
          <a:off x="2269331" y="1975272"/>
          <a:ext cx="1700212" cy="1079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Adaptive equipment guidance with Move United links</a:t>
          </a:r>
          <a:endParaRPr lang="en-US" sz="1400" kern="1200" dirty="0"/>
        </a:p>
      </dsp:txBody>
      <dsp:txXfrm>
        <a:off x="2300952" y="2006893"/>
        <a:ext cx="1636970" cy="1016392"/>
      </dsp:txXfrm>
    </dsp:sp>
    <dsp:sp modelId="{F3ECF1CD-7456-2D45-96C0-393D3AEF6460}">
      <dsp:nvSpPr>
        <dsp:cNvPr id="0" name=""/>
        <dsp:cNvSpPr/>
      </dsp:nvSpPr>
      <dsp:spPr>
        <a:xfrm>
          <a:off x="4158456" y="1795805"/>
          <a:ext cx="1700212" cy="1079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14446DF-71DF-1F4B-B69E-E2CCF4C56643}">
      <dsp:nvSpPr>
        <dsp:cNvPr id="0" name=""/>
        <dsp:cNvSpPr/>
      </dsp:nvSpPr>
      <dsp:spPr>
        <a:xfrm>
          <a:off x="4347368" y="1975272"/>
          <a:ext cx="1700212" cy="1079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Facility and program search</a:t>
          </a:r>
          <a:endParaRPr lang="en-US" sz="1400" kern="1200" dirty="0"/>
        </a:p>
      </dsp:txBody>
      <dsp:txXfrm>
        <a:off x="4378989" y="2006893"/>
        <a:ext cx="1636970" cy="1016392"/>
      </dsp:txXfrm>
    </dsp:sp>
    <dsp:sp modelId="{669FD0E3-3FFD-F14A-A510-59A0D8A375D6}">
      <dsp:nvSpPr>
        <dsp:cNvPr id="0" name=""/>
        <dsp:cNvSpPr/>
      </dsp:nvSpPr>
      <dsp:spPr>
        <a:xfrm>
          <a:off x="6236493" y="1795805"/>
          <a:ext cx="1700212" cy="107963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581391-BB65-354F-9D60-3326BE78B58E}">
      <dsp:nvSpPr>
        <dsp:cNvPr id="0" name=""/>
        <dsp:cNvSpPr/>
      </dsp:nvSpPr>
      <dsp:spPr>
        <a:xfrm>
          <a:off x="6425406" y="1975272"/>
          <a:ext cx="1700212" cy="107963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General accessibility guidance for coaches, schools, and caregivers</a:t>
          </a:r>
          <a:endParaRPr lang="en-US" sz="1400" kern="1200" dirty="0"/>
        </a:p>
      </dsp:txBody>
      <dsp:txXfrm>
        <a:off x="6457027" y="2006893"/>
        <a:ext cx="1636970" cy="10163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DF9871-D229-5443-B8B2-19FA1A23DBE0}">
      <dsp:nvSpPr>
        <dsp:cNvPr id="0" name=""/>
        <dsp:cNvSpPr/>
      </dsp:nvSpPr>
      <dsp:spPr>
        <a:xfrm>
          <a:off x="9227" y="405431"/>
          <a:ext cx="2225543" cy="667663"/>
        </a:xfrm>
        <a:prstGeom prst="chevron">
          <a:avLst>
            <a:gd name="adj" fmla="val 30000"/>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438" tIns="82438" rIns="82438" bIns="82438" numCol="1" spcCol="1270" anchor="ctr" anchorCtr="0">
          <a:noAutofit/>
        </a:bodyPr>
        <a:lstStyle/>
        <a:p>
          <a:pPr marL="0" lvl="0" indent="0" algn="ctr" defTabSz="1244600">
            <a:lnSpc>
              <a:spcPct val="90000"/>
            </a:lnSpc>
            <a:spcBef>
              <a:spcPct val="0"/>
            </a:spcBef>
            <a:spcAft>
              <a:spcPct val="35000"/>
            </a:spcAft>
            <a:buNone/>
          </a:pPr>
          <a:r>
            <a:rPr lang="en-US" sz="2800" kern="1200"/>
            <a:t>Phase 1</a:t>
          </a:r>
        </a:p>
      </dsp:txBody>
      <dsp:txXfrm>
        <a:off x="209526" y="405431"/>
        <a:ext cx="1824945" cy="667663"/>
      </dsp:txXfrm>
    </dsp:sp>
    <dsp:sp modelId="{13E83C1B-3D17-2F49-9C07-52B002B21439}">
      <dsp:nvSpPr>
        <dsp:cNvPr id="0" name=""/>
        <dsp:cNvSpPr/>
      </dsp:nvSpPr>
      <dsp:spPr>
        <a:xfrm>
          <a:off x="9227" y="1073094"/>
          <a:ext cx="2025244" cy="2714279"/>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39" tIns="160039" rIns="160039" bIns="320079" numCol="1" spcCol="1270" anchor="t" anchorCtr="0">
          <a:noAutofit/>
        </a:bodyPr>
        <a:lstStyle/>
        <a:p>
          <a:pPr marL="0" lvl="0" indent="0" algn="l" defTabSz="622300">
            <a:lnSpc>
              <a:spcPct val="90000"/>
            </a:lnSpc>
            <a:spcBef>
              <a:spcPct val="0"/>
            </a:spcBef>
            <a:spcAft>
              <a:spcPct val="35000"/>
            </a:spcAft>
            <a:buNone/>
          </a:pPr>
          <a:r>
            <a:rPr lang="en-US" sz="1400" kern="1200"/>
            <a:t>Research &amp; Foundation (Weeks 1–3)</a:t>
          </a:r>
        </a:p>
        <a:p>
          <a:pPr marL="57150" lvl="1" indent="-57150" algn="l" defTabSz="488950">
            <a:lnSpc>
              <a:spcPct val="90000"/>
            </a:lnSpc>
            <a:spcBef>
              <a:spcPct val="0"/>
            </a:spcBef>
            <a:spcAft>
              <a:spcPct val="15000"/>
            </a:spcAft>
            <a:buChar char="•"/>
          </a:pPr>
          <a:r>
            <a:rPr lang="en-US" sz="1100" kern="1200"/>
            <a:t>Establish intake logic and ethical guardrails, review CDC/Paralympic/SO materials, begin outreach to Special Olympics, Paralympic committees, Move United, and disability services teams for partnership and content-sharing discussions.</a:t>
          </a:r>
        </a:p>
      </dsp:txBody>
      <dsp:txXfrm>
        <a:off x="9227" y="1073094"/>
        <a:ext cx="2025244" cy="2714279"/>
      </dsp:txXfrm>
    </dsp:sp>
    <dsp:sp modelId="{6CB6F0AA-7A87-0243-AFBF-DDC4A13B0F47}">
      <dsp:nvSpPr>
        <dsp:cNvPr id="0" name=""/>
        <dsp:cNvSpPr/>
      </dsp:nvSpPr>
      <dsp:spPr>
        <a:xfrm>
          <a:off x="2180184" y="405431"/>
          <a:ext cx="2225543" cy="667663"/>
        </a:xfrm>
        <a:prstGeom prst="chevron">
          <a:avLst>
            <a:gd name="adj" fmla="val 30000"/>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438" tIns="82438" rIns="82438" bIns="82438" numCol="1" spcCol="1270" anchor="ctr" anchorCtr="0">
          <a:noAutofit/>
        </a:bodyPr>
        <a:lstStyle/>
        <a:p>
          <a:pPr marL="0" lvl="0" indent="0" algn="ctr" defTabSz="1244600">
            <a:lnSpc>
              <a:spcPct val="90000"/>
            </a:lnSpc>
            <a:spcBef>
              <a:spcPct val="0"/>
            </a:spcBef>
            <a:spcAft>
              <a:spcPct val="35000"/>
            </a:spcAft>
            <a:buNone/>
          </a:pPr>
          <a:r>
            <a:rPr lang="en-US" sz="2800" kern="1200"/>
            <a:t>Phase 2</a:t>
          </a:r>
        </a:p>
      </dsp:txBody>
      <dsp:txXfrm>
        <a:off x="2380483" y="405431"/>
        <a:ext cx="1824945" cy="667663"/>
      </dsp:txXfrm>
    </dsp:sp>
    <dsp:sp modelId="{483FC45B-39C6-BC4D-9ECA-91AD5B9BCC69}">
      <dsp:nvSpPr>
        <dsp:cNvPr id="0" name=""/>
        <dsp:cNvSpPr/>
      </dsp:nvSpPr>
      <dsp:spPr>
        <a:xfrm>
          <a:off x="2180184" y="1073094"/>
          <a:ext cx="2025244" cy="2714279"/>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39" tIns="160039" rIns="160039" bIns="320079" numCol="1" spcCol="1270" anchor="t" anchorCtr="0">
          <a:noAutofit/>
        </a:bodyPr>
        <a:lstStyle/>
        <a:p>
          <a:pPr marL="0" lvl="0" indent="0" algn="l" defTabSz="622300">
            <a:lnSpc>
              <a:spcPct val="90000"/>
            </a:lnSpc>
            <a:spcBef>
              <a:spcPct val="0"/>
            </a:spcBef>
            <a:spcAft>
              <a:spcPct val="35000"/>
            </a:spcAft>
            <a:buNone/>
          </a:pPr>
          <a:r>
            <a:rPr lang="en-US" sz="1400" kern="1200"/>
            <a:t>Content Integration &amp; Partnerships (Weeks 4–8)</a:t>
          </a:r>
        </a:p>
        <a:p>
          <a:pPr marL="57150" lvl="1" indent="-57150" algn="l" defTabSz="488950">
            <a:lnSpc>
              <a:spcPct val="90000"/>
            </a:lnSpc>
            <a:spcBef>
              <a:spcPct val="0"/>
            </a:spcBef>
            <a:spcAft>
              <a:spcPct val="15000"/>
            </a:spcAft>
            <a:buChar char="•"/>
          </a:pPr>
          <a:r>
            <a:rPr lang="en-US" sz="1100" kern="1200"/>
            <a:t>Formalize MOUs or collaboration agreements, conduct expert review sessions with coaches, disability advocates, and therapists to validate the GPT’s branching logic and functional interpretation accuracy.</a:t>
          </a:r>
        </a:p>
      </dsp:txBody>
      <dsp:txXfrm>
        <a:off x="2180184" y="1073094"/>
        <a:ext cx="2025244" cy="2714279"/>
      </dsp:txXfrm>
    </dsp:sp>
    <dsp:sp modelId="{4C19FA50-12DE-CB4E-8508-47134AF7CBE1}">
      <dsp:nvSpPr>
        <dsp:cNvPr id="0" name=""/>
        <dsp:cNvSpPr/>
      </dsp:nvSpPr>
      <dsp:spPr>
        <a:xfrm>
          <a:off x="4351142" y="405431"/>
          <a:ext cx="2225543" cy="667663"/>
        </a:xfrm>
        <a:prstGeom prst="chevron">
          <a:avLst>
            <a:gd name="adj" fmla="val 30000"/>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438" tIns="82438" rIns="82438" bIns="82438" numCol="1" spcCol="1270" anchor="ctr" anchorCtr="0">
          <a:noAutofit/>
        </a:bodyPr>
        <a:lstStyle/>
        <a:p>
          <a:pPr marL="0" lvl="0" indent="0" algn="ctr" defTabSz="1244600">
            <a:lnSpc>
              <a:spcPct val="90000"/>
            </a:lnSpc>
            <a:spcBef>
              <a:spcPct val="0"/>
            </a:spcBef>
            <a:spcAft>
              <a:spcPct val="35000"/>
            </a:spcAft>
            <a:buNone/>
          </a:pPr>
          <a:r>
            <a:rPr lang="en-US" sz="2800" kern="1200"/>
            <a:t>Phase 3</a:t>
          </a:r>
        </a:p>
      </dsp:txBody>
      <dsp:txXfrm>
        <a:off x="4551441" y="405431"/>
        <a:ext cx="1824945" cy="667663"/>
      </dsp:txXfrm>
    </dsp:sp>
    <dsp:sp modelId="{193DB38A-DD59-8746-A2E5-00ED0A28A4FA}">
      <dsp:nvSpPr>
        <dsp:cNvPr id="0" name=""/>
        <dsp:cNvSpPr/>
      </dsp:nvSpPr>
      <dsp:spPr>
        <a:xfrm>
          <a:off x="4351142" y="1073094"/>
          <a:ext cx="2025244" cy="2714279"/>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39" tIns="160039" rIns="160039" bIns="320079" numCol="1" spcCol="1270" anchor="t" anchorCtr="0">
          <a:noAutofit/>
        </a:bodyPr>
        <a:lstStyle/>
        <a:p>
          <a:pPr marL="0" lvl="0" indent="0" algn="l" defTabSz="622300">
            <a:lnSpc>
              <a:spcPct val="90000"/>
            </a:lnSpc>
            <a:spcBef>
              <a:spcPct val="0"/>
            </a:spcBef>
            <a:spcAft>
              <a:spcPct val="35000"/>
            </a:spcAft>
            <a:buNone/>
          </a:pPr>
          <a:r>
            <a:rPr lang="en-US" sz="1400" kern="1200"/>
            <a:t>Technical Build (Weeks 9–12)</a:t>
          </a:r>
        </a:p>
        <a:p>
          <a:pPr marL="57150" lvl="1" indent="-57150" algn="l" defTabSz="488950">
            <a:lnSpc>
              <a:spcPct val="90000"/>
            </a:lnSpc>
            <a:spcBef>
              <a:spcPct val="0"/>
            </a:spcBef>
            <a:spcAft>
              <a:spcPct val="15000"/>
            </a:spcAft>
            <a:buChar char="•"/>
          </a:pPr>
          <a:r>
            <a:rPr lang="en-US" sz="1100" kern="1200"/>
            <a:t>Finalize system instructions, implement decision trees, test safety constraints, reduce hallucinations, and integrate browsing behavior and adaptive equipment pathways.</a:t>
          </a:r>
        </a:p>
      </dsp:txBody>
      <dsp:txXfrm>
        <a:off x="4351142" y="1073094"/>
        <a:ext cx="2025244" cy="2714279"/>
      </dsp:txXfrm>
    </dsp:sp>
    <dsp:sp modelId="{08DA7F50-975F-4743-85B0-7297402B5BDC}">
      <dsp:nvSpPr>
        <dsp:cNvPr id="0" name=""/>
        <dsp:cNvSpPr/>
      </dsp:nvSpPr>
      <dsp:spPr>
        <a:xfrm>
          <a:off x="6522100" y="405431"/>
          <a:ext cx="2225543" cy="667663"/>
        </a:xfrm>
        <a:prstGeom prst="chevron">
          <a:avLst>
            <a:gd name="adj" fmla="val 30000"/>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438" tIns="82438" rIns="82438" bIns="82438" numCol="1" spcCol="1270" anchor="ctr" anchorCtr="0">
          <a:noAutofit/>
        </a:bodyPr>
        <a:lstStyle/>
        <a:p>
          <a:pPr marL="0" lvl="0" indent="0" algn="ctr" defTabSz="1244600">
            <a:lnSpc>
              <a:spcPct val="90000"/>
            </a:lnSpc>
            <a:spcBef>
              <a:spcPct val="0"/>
            </a:spcBef>
            <a:spcAft>
              <a:spcPct val="35000"/>
            </a:spcAft>
            <a:buNone/>
          </a:pPr>
          <a:r>
            <a:rPr lang="en-US" sz="2800" kern="1200"/>
            <a:t>Phase 4</a:t>
          </a:r>
        </a:p>
      </dsp:txBody>
      <dsp:txXfrm>
        <a:off x="6722399" y="405431"/>
        <a:ext cx="1824945" cy="667663"/>
      </dsp:txXfrm>
    </dsp:sp>
    <dsp:sp modelId="{6B8302A0-E9D1-474F-847E-C05D8F0E74F0}">
      <dsp:nvSpPr>
        <dsp:cNvPr id="0" name=""/>
        <dsp:cNvSpPr/>
      </dsp:nvSpPr>
      <dsp:spPr>
        <a:xfrm>
          <a:off x="6522100" y="1073094"/>
          <a:ext cx="2025244" cy="2714279"/>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39" tIns="160039" rIns="160039" bIns="320079" numCol="1" spcCol="1270" anchor="t" anchorCtr="0">
          <a:noAutofit/>
        </a:bodyPr>
        <a:lstStyle/>
        <a:p>
          <a:pPr marL="0" lvl="0" indent="0" algn="l" defTabSz="622300">
            <a:lnSpc>
              <a:spcPct val="90000"/>
            </a:lnSpc>
            <a:spcBef>
              <a:spcPct val="0"/>
            </a:spcBef>
            <a:spcAft>
              <a:spcPct val="35000"/>
            </a:spcAft>
            <a:buNone/>
          </a:pPr>
          <a:r>
            <a:rPr lang="en-US" sz="1400" kern="1200"/>
            <a:t>Pilot Launch (Weeks 13–16)</a:t>
          </a:r>
        </a:p>
        <a:p>
          <a:pPr marL="57150" lvl="1" indent="-57150" algn="l" defTabSz="488950">
            <a:lnSpc>
              <a:spcPct val="90000"/>
            </a:lnSpc>
            <a:spcBef>
              <a:spcPct val="0"/>
            </a:spcBef>
            <a:spcAft>
              <a:spcPct val="15000"/>
            </a:spcAft>
            <a:buChar char="•"/>
          </a:pPr>
          <a:r>
            <a:rPr lang="en-US" sz="1100" kern="1200"/>
            <a:t>Deploy within a single organization (SO chapter, Paralympic site, or Move United club), train staff, gather structured user feedback, and evaluate accuracy, usability, and trust.</a:t>
          </a:r>
        </a:p>
      </dsp:txBody>
      <dsp:txXfrm>
        <a:off x="6522100" y="1073094"/>
        <a:ext cx="2025244" cy="2714279"/>
      </dsp:txXfrm>
    </dsp:sp>
    <dsp:sp modelId="{190BABBB-AE89-A14F-80C1-88496678F8A6}">
      <dsp:nvSpPr>
        <dsp:cNvPr id="0" name=""/>
        <dsp:cNvSpPr/>
      </dsp:nvSpPr>
      <dsp:spPr>
        <a:xfrm>
          <a:off x="8693058" y="405431"/>
          <a:ext cx="2225543" cy="667663"/>
        </a:xfrm>
        <a:prstGeom prst="chevron">
          <a:avLst>
            <a:gd name="adj" fmla="val 30000"/>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438" tIns="82438" rIns="82438" bIns="82438" numCol="1" spcCol="1270" anchor="ctr" anchorCtr="0">
          <a:noAutofit/>
        </a:bodyPr>
        <a:lstStyle/>
        <a:p>
          <a:pPr marL="0" lvl="0" indent="0" algn="ctr" defTabSz="1244600">
            <a:lnSpc>
              <a:spcPct val="90000"/>
            </a:lnSpc>
            <a:spcBef>
              <a:spcPct val="0"/>
            </a:spcBef>
            <a:spcAft>
              <a:spcPct val="35000"/>
            </a:spcAft>
            <a:buNone/>
          </a:pPr>
          <a:r>
            <a:rPr lang="en-US" sz="2800" kern="1200"/>
            <a:t>Phase 5</a:t>
          </a:r>
        </a:p>
      </dsp:txBody>
      <dsp:txXfrm>
        <a:off x="8893357" y="405431"/>
        <a:ext cx="1824945" cy="667663"/>
      </dsp:txXfrm>
    </dsp:sp>
    <dsp:sp modelId="{CB96FB5A-7635-8F4C-9889-F4795FC8735C}">
      <dsp:nvSpPr>
        <dsp:cNvPr id="0" name=""/>
        <dsp:cNvSpPr/>
      </dsp:nvSpPr>
      <dsp:spPr>
        <a:xfrm>
          <a:off x="8693058" y="1073094"/>
          <a:ext cx="2025244" cy="2714279"/>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0039" tIns="160039" rIns="160039" bIns="320079" numCol="1" spcCol="1270" anchor="t" anchorCtr="0">
          <a:noAutofit/>
        </a:bodyPr>
        <a:lstStyle/>
        <a:p>
          <a:pPr marL="0" lvl="0" indent="0" algn="l" defTabSz="622300">
            <a:lnSpc>
              <a:spcPct val="90000"/>
            </a:lnSpc>
            <a:spcBef>
              <a:spcPct val="0"/>
            </a:spcBef>
            <a:spcAft>
              <a:spcPct val="35000"/>
            </a:spcAft>
            <a:buNone/>
          </a:pPr>
          <a:r>
            <a:rPr lang="en-US" sz="1400" kern="1200"/>
            <a:t>Full Rollout (Weeks 17–24)</a:t>
          </a:r>
        </a:p>
        <a:p>
          <a:pPr marL="57150" lvl="1" indent="-57150" algn="l" defTabSz="488950">
            <a:lnSpc>
              <a:spcPct val="90000"/>
            </a:lnSpc>
            <a:spcBef>
              <a:spcPct val="0"/>
            </a:spcBef>
            <a:spcAft>
              <a:spcPct val="15000"/>
            </a:spcAft>
            <a:buChar char="•"/>
          </a:pPr>
          <a:r>
            <a:rPr lang="en-US" sz="1100" kern="1200"/>
            <a:t>Launch publicly through partner platforms, run outreach campaigns, maintain updated directories and rules, and begin long-term scalability efforts such as multilingual support and government/parks integration.</a:t>
          </a:r>
        </a:p>
      </dsp:txBody>
      <dsp:txXfrm>
        <a:off x="8693058" y="1073094"/>
        <a:ext cx="2025244" cy="271427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E9701C-FD03-4328-84B4-40BAC4049558}">
      <dsp:nvSpPr>
        <dsp:cNvPr id="0" name=""/>
        <dsp:cNvSpPr/>
      </dsp:nvSpPr>
      <dsp:spPr>
        <a:xfrm>
          <a:off x="718664" y="122642"/>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A0BDA5-A4E9-4EEB-A5CA-5384658678E9}">
      <dsp:nvSpPr>
        <dsp:cNvPr id="0" name=""/>
        <dsp:cNvSpPr/>
      </dsp:nvSpPr>
      <dsp:spPr>
        <a:xfrm>
          <a:off x="1135476" y="539455"/>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6BFEF7-E328-4A6F-8739-9CD37A233751}">
      <dsp:nvSpPr>
        <dsp:cNvPr id="0" name=""/>
        <dsp:cNvSpPr/>
      </dsp:nvSpPr>
      <dsp:spPr>
        <a:xfrm>
          <a:off x="93445" y="2687642"/>
          <a:ext cx="3206250" cy="1382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t>Learning About AI</a:t>
          </a:r>
          <a:br>
            <a:rPr lang="en-US" sz="1100" kern="1200" dirty="0"/>
          </a:br>
          <a:r>
            <a:rPr lang="en-US" sz="1100" kern="1200" dirty="0">
              <a:solidFill>
                <a:schemeClr val="tx1"/>
              </a:solidFill>
            </a:rPr>
            <a:t>This project illustrated how AI can meaningfully drive digital transformation by bridging information gaps and promoting equitable access. Building a Custom GPT showed the importance of aligning technical design with ethical constraints and inclusive user experience.</a:t>
          </a:r>
        </a:p>
      </dsp:txBody>
      <dsp:txXfrm>
        <a:off x="93445" y="2687642"/>
        <a:ext cx="3206250" cy="1382519"/>
      </dsp:txXfrm>
    </dsp:sp>
    <dsp:sp modelId="{F63F890B-DC74-47C7-8A1C-77498B18F918}">
      <dsp:nvSpPr>
        <dsp:cNvPr id="0" name=""/>
        <dsp:cNvSpPr/>
      </dsp:nvSpPr>
      <dsp:spPr>
        <a:xfrm>
          <a:off x="4486008" y="122642"/>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13E219-2098-43B5-899E-729C636653E6}">
      <dsp:nvSpPr>
        <dsp:cNvPr id="0" name=""/>
        <dsp:cNvSpPr/>
      </dsp:nvSpPr>
      <dsp:spPr>
        <a:xfrm>
          <a:off x="4902820" y="539455"/>
          <a:ext cx="1122187" cy="1122187"/>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A990273-D784-4B1E-86B5-2E8D0A185828}">
      <dsp:nvSpPr>
        <dsp:cNvPr id="0" name=""/>
        <dsp:cNvSpPr/>
      </dsp:nvSpPr>
      <dsp:spPr>
        <a:xfrm>
          <a:off x="3860789" y="2687642"/>
          <a:ext cx="3206250" cy="1382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t>Challenges</a:t>
          </a:r>
          <a:br>
            <a:rPr lang="en-US" sz="1100" kern="1200" dirty="0"/>
          </a:br>
          <a:r>
            <a:rPr lang="en-US" sz="1100" kern="1200" dirty="0">
              <a:solidFill>
                <a:schemeClr val="tx1"/>
              </a:solidFill>
            </a:rPr>
            <a:t>Developing non-medical yet functional intake logic, preventing unintended assumptions, and maintaining structured outputs across varied user intents were major hurdles. Additional challenges included browsing limitations and ensuring accuracy in disability-related content.</a:t>
          </a:r>
        </a:p>
      </dsp:txBody>
      <dsp:txXfrm>
        <a:off x="3860789" y="2687642"/>
        <a:ext cx="3206250" cy="1382519"/>
      </dsp:txXfrm>
    </dsp:sp>
    <dsp:sp modelId="{B34A0D42-64F8-4797-92B4-B1C4F4946217}">
      <dsp:nvSpPr>
        <dsp:cNvPr id="0" name=""/>
        <dsp:cNvSpPr/>
      </dsp:nvSpPr>
      <dsp:spPr>
        <a:xfrm>
          <a:off x="8253352" y="122642"/>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2C2D314-7981-4D31-8AA7-6481BBAC63C3}">
      <dsp:nvSpPr>
        <dsp:cNvPr id="0" name=""/>
        <dsp:cNvSpPr/>
      </dsp:nvSpPr>
      <dsp:spPr>
        <a:xfrm>
          <a:off x="8670164" y="539455"/>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E51816-204E-4165-9939-AE7879F6A0FC}">
      <dsp:nvSpPr>
        <dsp:cNvPr id="0" name=""/>
        <dsp:cNvSpPr/>
      </dsp:nvSpPr>
      <dsp:spPr>
        <a:xfrm>
          <a:off x="7628133" y="2687642"/>
          <a:ext cx="3206250" cy="13825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b="1" kern="1200" dirty="0"/>
            <a:t>Lessons for the Future</a:t>
          </a:r>
          <a:br>
            <a:rPr lang="en-US" sz="1100" kern="1200" dirty="0"/>
          </a:br>
          <a:r>
            <a:rPr lang="en-US" sz="1100" kern="1200" dirty="0">
              <a:solidFill>
                <a:schemeClr val="tx1"/>
              </a:solidFill>
            </a:rPr>
            <a:t>Responsible AI requires transparency, user-centered design, and continuous evaluation. Domain-specific data expansion, iterative testing, and flexible adaptation to evolving AI capabilities are essential for scaling accessibility-focused solutions.</a:t>
          </a:r>
        </a:p>
      </dsp:txBody>
      <dsp:txXfrm>
        <a:off x="7628133" y="2687642"/>
        <a:ext cx="3206250" cy="138251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B8A2A6-003D-CE4E-8170-123BB76C79A6}">
      <dsp:nvSpPr>
        <dsp:cNvPr id="0" name=""/>
        <dsp:cNvSpPr/>
      </dsp:nvSpPr>
      <dsp:spPr>
        <a:xfrm>
          <a:off x="1941734" y="1730577"/>
          <a:ext cx="431398" cy="1233036"/>
        </a:xfrm>
        <a:custGeom>
          <a:avLst/>
          <a:gdLst/>
          <a:ahLst/>
          <a:cxnLst/>
          <a:rect l="0" t="0" r="0" b="0"/>
          <a:pathLst>
            <a:path>
              <a:moveTo>
                <a:pt x="0" y="0"/>
              </a:moveTo>
              <a:lnTo>
                <a:pt x="215699" y="0"/>
              </a:lnTo>
              <a:lnTo>
                <a:pt x="215699" y="1233036"/>
              </a:lnTo>
              <a:lnTo>
                <a:pt x="431398" y="1233036"/>
              </a:lnTo>
            </a:path>
          </a:pathLst>
        </a:custGeom>
        <a:noFill/>
        <a:ln w="1270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4775" y="2314437"/>
        <a:ext cx="65316" cy="65316"/>
      </dsp:txXfrm>
    </dsp:sp>
    <dsp:sp modelId="{D9B96984-39F3-1644-BA82-163BA0CB6062}">
      <dsp:nvSpPr>
        <dsp:cNvPr id="0" name=""/>
        <dsp:cNvSpPr/>
      </dsp:nvSpPr>
      <dsp:spPr>
        <a:xfrm>
          <a:off x="1941734" y="1730577"/>
          <a:ext cx="431398" cy="411012"/>
        </a:xfrm>
        <a:custGeom>
          <a:avLst/>
          <a:gdLst/>
          <a:ahLst/>
          <a:cxnLst/>
          <a:rect l="0" t="0" r="0" b="0"/>
          <a:pathLst>
            <a:path>
              <a:moveTo>
                <a:pt x="0" y="0"/>
              </a:moveTo>
              <a:lnTo>
                <a:pt x="215699" y="0"/>
              </a:lnTo>
              <a:lnTo>
                <a:pt x="215699" y="411012"/>
              </a:lnTo>
              <a:lnTo>
                <a:pt x="431398" y="411012"/>
              </a:lnTo>
            </a:path>
          </a:pathLst>
        </a:custGeom>
        <a:noFill/>
        <a:ln w="1270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2537" y="1921187"/>
        <a:ext cx="29792" cy="29792"/>
      </dsp:txXfrm>
    </dsp:sp>
    <dsp:sp modelId="{6C74BF9B-FC30-3C45-9A2A-DB0C7172CB1E}">
      <dsp:nvSpPr>
        <dsp:cNvPr id="0" name=""/>
        <dsp:cNvSpPr/>
      </dsp:nvSpPr>
      <dsp:spPr>
        <a:xfrm>
          <a:off x="1941734" y="1319565"/>
          <a:ext cx="431398" cy="411012"/>
        </a:xfrm>
        <a:custGeom>
          <a:avLst/>
          <a:gdLst/>
          <a:ahLst/>
          <a:cxnLst/>
          <a:rect l="0" t="0" r="0" b="0"/>
          <a:pathLst>
            <a:path>
              <a:moveTo>
                <a:pt x="0" y="411012"/>
              </a:moveTo>
              <a:lnTo>
                <a:pt x="215699" y="411012"/>
              </a:lnTo>
              <a:lnTo>
                <a:pt x="215699" y="0"/>
              </a:lnTo>
              <a:lnTo>
                <a:pt x="431398" y="0"/>
              </a:lnTo>
            </a:path>
          </a:pathLst>
        </a:custGeom>
        <a:noFill/>
        <a:ln w="1270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2537" y="1510175"/>
        <a:ext cx="29792" cy="29792"/>
      </dsp:txXfrm>
    </dsp:sp>
    <dsp:sp modelId="{28F3B47F-0328-5942-A72E-992EF590C4D2}">
      <dsp:nvSpPr>
        <dsp:cNvPr id="0" name=""/>
        <dsp:cNvSpPr/>
      </dsp:nvSpPr>
      <dsp:spPr>
        <a:xfrm>
          <a:off x="1941734" y="497541"/>
          <a:ext cx="431398" cy="1233036"/>
        </a:xfrm>
        <a:custGeom>
          <a:avLst/>
          <a:gdLst/>
          <a:ahLst/>
          <a:cxnLst/>
          <a:rect l="0" t="0" r="0" b="0"/>
          <a:pathLst>
            <a:path>
              <a:moveTo>
                <a:pt x="0" y="1233036"/>
              </a:moveTo>
              <a:lnTo>
                <a:pt x="215699" y="1233036"/>
              </a:lnTo>
              <a:lnTo>
                <a:pt x="215699" y="0"/>
              </a:lnTo>
              <a:lnTo>
                <a:pt x="431398" y="0"/>
              </a:lnTo>
            </a:path>
          </a:pathLst>
        </a:custGeom>
        <a:noFill/>
        <a:ln w="12700" cap="flat" cmpd="sng" algn="ctr">
          <a:solidFill>
            <a:schemeClr val="dk2">
              <a:shade val="6000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24775" y="1081401"/>
        <a:ext cx="65316" cy="65316"/>
      </dsp:txXfrm>
    </dsp:sp>
    <dsp:sp modelId="{FAE02113-A837-0742-9DBE-DD3B44113678}">
      <dsp:nvSpPr>
        <dsp:cNvPr id="0" name=""/>
        <dsp:cNvSpPr/>
      </dsp:nvSpPr>
      <dsp:spPr>
        <a:xfrm rot="16200000">
          <a:off x="-117653" y="1401767"/>
          <a:ext cx="3461155" cy="65761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a:t>Future Improvements</a:t>
          </a:r>
        </a:p>
      </dsp:txBody>
      <dsp:txXfrm>
        <a:off x="-117653" y="1401767"/>
        <a:ext cx="3461155" cy="657619"/>
      </dsp:txXfrm>
    </dsp:sp>
    <dsp:sp modelId="{D48D7799-63A0-7941-90CB-07B200282AF9}">
      <dsp:nvSpPr>
        <dsp:cNvPr id="0" name=""/>
        <dsp:cNvSpPr/>
      </dsp:nvSpPr>
      <dsp:spPr>
        <a:xfrm>
          <a:off x="2373132" y="168731"/>
          <a:ext cx="2156991" cy="65761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kern="1200" dirty="0"/>
            <a:t>Expand training data (Move United manuals, equipment catalogs)</a:t>
          </a:r>
        </a:p>
      </dsp:txBody>
      <dsp:txXfrm>
        <a:off x="2373132" y="168731"/>
        <a:ext cx="2156991" cy="657619"/>
      </dsp:txXfrm>
    </dsp:sp>
    <dsp:sp modelId="{9A54DE36-412E-574D-86E7-829D84DD5725}">
      <dsp:nvSpPr>
        <dsp:cNvPr id="0" name=""/>
        <dsp:cNvSpPr/>
      </dsp:nvSpPr>
      <dsp:spPr>
        <a:xfrm>
          <a:off x="2373132" y="990755"/>
          <a:ext cx="2156991" cy="65761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kern="1200" dirty="0"/>
            <a:t>API-based integration with recreation program directories</a:t>
          </a:r>
        </a:p>
      </dsp:txBody>
      <dsp:txXfrm>
        <a:off x="2373132" y="990755"/>
        <a:ext cx="2156991" cy="657619"/>
      </dsp:txXfrm>
    </dsp:sp>
    <dsp:sp modelId="{F0A5719C-A16C-B74F-9E36-4C4FBC733DDD}">
      <dsp:nvSpPr>
        <dsp:cNvPr id="0" name=""/>
        <dsp:cNvSpPr/>
      </dsp:nvSpPr>
      <dsp:spPr>
        <a:xfrm>
          <a:off x="2373132" y="1812779"/>
          <a:ext cx="2156991" cy="65761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kern="1200" dirty="0"/>
            <a:t>Enhanced location filtering and accessibility tagging</a:t>
          </a:r>
        </a:p>
      </dsp:txBody>
      <dsp:txXfrm>
        <a:off x="2373132" y="1812779"/>
        <a:ext cx="2156991" cy="657619"/>
      </dsp:txXfrm>
    </dsp:sp>
    <dsp:sp modelId="{7949A3FA-107E-5B4F-ADE8-48D21349FE2B}">
      <dsp:nvSpPr>
        <dsp:cNvPr id="0" name=""/>
        <dsp:cNvSpPr/>
      </dsp:nvSpPr>
      <dsp:spPr>
        <a:xfrm>
          <a:off x="2373132" y="2634804"/>
          <a:ext cx="2156991" cy="657619"/>
        </a:xfrm>
        <a:prstGeom prst="rect">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Font typeface="Arial" panose="020B0604020202020204" pitchFamily="34" charset="0"/>
            <a:buNone/>
          </a:pPr>
          <a:r>
            <a:rPr lang="en-US" sz="1500" kern="1200"/>
            <a:t>Multilingual support and global expansion</a:t>
          </a:r>
          <a:endParaRPr lang="en-US" sz="1500" kern="1200" dirty="0"/>
        </a:p>
      </dsp:txBody>
      <dsp:txXfrm>
        <a:off x="2373132" y="2634804"/>
        <a:ext cx="2156991" cy="657619"/>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ChevronBlockProcess">
  <dgm:title val="Chevron Block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28"/>
      <dgm:constr type="primFontSz" for="des" forName="desTx" refType="primFontSz" refFor="des" refForName="parTx" op="lte" fact="0.75"/>
      <dgm:constr type="h" for="des" forName="desTx" op="equ"/>
      <dgm:constr type="w" for="ch" forName="space" refType="w" op="equ" fact="-0.005"/>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91"/>
              <dgm:constr type="t" for="ch" forName="desTx" refType="h" refFor="ch" refForName="parTx"/>
            </dgm:constrLst>
          </dgm:if>
          <dgm:else name="Name9">
            <dgm:constrLst>
              <dgm:constr type="l" for="ch" forName="parTx"/>
              <dgm:constr type="w" for="ch" forName="parTx" refType="w"/>
              <dgm:constr type="t" for="ch" forName="parTx"/>
              <dgm:constr type="l" for="ch" forName="desTx" refType="w" fact="0.09"/>
              <dgm:constr type="w" for="ch" forName="desTx" refType="w" refFor="ch" refForName="parTx" fact="0.91"/>
              <dgm:constr type="t" for="ch" forName="desTx" refType="h" refFor="ch" refForName="parTx"/>
            </dgm:constrLst>
          </dgm:else>
        </dgm:choose>
        <dgm:ruleLst>
          <dgm:rule type="h" val="INF" fact="NaN" max="NaN"/>
        </dgm:ruleLst>
        <dgm:layoutNode name="parTx" styleLbl="alignNode1">
          <dgm:varLst>
            <dgm:chMax val="0"/>
            <dgm:chPref val="0"/>
          </dgm:varLst>
          <dgm:alg type="tx"/>
          <dgm:choose name="Name10">
            <dgm:if name="Name11" func="var" arg="dir" op="equ" val="norm">
              <dgm:shape xmlns:r="http://schemas.openxmlformats.org/officeDocument/2006/relationships" type="chevron" r:blip="">
                <dgm:adjLst>
                  <dgm:adj idx="1" val="0.3"/>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3"/>
                <dgm:constr type="h"/>
                <dgm:constr type="tMarg" refType="w" fact="0.105"/>
                <dgm:constr type="bMarg" refType="w" fact="0.105"/>
                <dgm:constr type="lMarg" refType="w" fact="0.105"/>
                <dgm:constr type="rMarg" refType="w" fact="0.105"/>
              </dgm:constrLst>
            </dgm:if>
            <dgm:else name="Name15">
              <dgm:constrLst>
                <dgm:constr type="h" refType="w" op="lte" fact="0.3"/>
                <dgm:constr type="h"/>
                <dgm:constr type="tMarg" refType="w" fact="0.105"/>
                <dgm:constr type="bMarg" refType="w" fact="0.105"/>
                <dgm:constr type="lMarg" refType="w" fact="0.105"/>
                <dgm:constr type="rMarg" refType="w" fact="0.105"/>
              </dgm:constrLst>
            </dgm:else>
          </dgm:choose>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0"/>
            <dgm:constr type="tMarg" refType="w" fact="0.224"/>
            <dgm:constr type="bMarg" refType="w" fact="0.448"/>
            <dgm:constr type="lMarg" refType="w" fact="0.224"/>
            <dgm:constr type="rMarg" refType="w" fact="0.224"/>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CCB1D5-96B9-A940-989E-A24825E4B535}" type="datetimeFigureOut">
              <a:rPr lang="en-US" smtClean="0"/>
              <a:t>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C2716C-87D7-144B-9A43-2B941312CC8F}" type="slidenum">
              <a:rPr lang="en-US" smtClean="0"/>
              <a:t>‹#›</a:t>
            </a:fld>
            <a:endParaRPr lang="en-US"/>
          </a:p>
        </p:txBody>
      </p:sp>
    </p:spTree>
    <p:extLst>
      <p:ext uri="{BB962C8B-B14F-4D97-AF65-F5344CB8AC3E}">
        <p14:creationId xmlns:p14="http://schemas.microsoft.com/office/powerpoint/2010/main" val="3116482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a:t>
            </a:r>
            <a:r>
              <a:rPr lang="en-US" dirty="0" err="1"/>
              <a:t>brandon</a:t>
            </a:r>
            <a:r>
              <a:rPr lang="en-US" dirty="0"/>
              <a:t> and this is my final assignment for my IST 601 course at Claremont Graduate University. Today I will be presenting on a custom GPT I created called </a:t>
            </a:r>
            <a:r>
              <a:rPr lang="en-US" dirty="0" err="1"/>
              <a:t>AdaptiveSportsGPT</a:t>
            </a:r>
            <a:r>
              <a:rPr lang="en-US" dirty="0"/>
              <a:t>, which is an inclusive sports guide.</a:t>
            </a:r>
          </a:p>
          <a:p>
            <a:endParaRPr lang="en-US" dirty="0"/>
          </a:p>
          <a:p>
            <a:r>
              <a:rPr lang="en-US" dirty="0"/>
              <a:t>This project focuses on using AI to improve access to adaptive and inclusive recreational sports. My goal was to design a tool that reduces barriers, provides accurate guidance, and helps individuals find real participation opportunities. Let’s walk through the vision, how it works, and what I learned from the process.</a:t>
            </a:r>
          </a:p>
        </p:txBody>
      </p:sp>
      <p:sp>
        <p:nvSpPr>
          <p:cNvPr id="4" name="Slide Number Placeholder 3"/>
          <p:cNvSpPr>
            <a:spLocks noGrp="1"/>
          </p:cNvSpPr>
          <p:nvPr>
            <p:ph type="sldNum" sz="quarter" idx="5"/>
          </p:nvPr>
        </p:nvSpPr>
        <p:spPr/>
        <p:txBody>
          <a:bodyPr/>
          <a:lstStyle/>
          <a:p>
            <a:fld id="{62C2716C-87D7-144B-9A43-2B941312CC8F}" type="slidenum">
              <a:rPr lang="en-US" smtClean="0"/>
              <a:t>1</a:t>
            </a:fld>
            <a:endParaRPr lang="en-US"/>
          </a:p>
        </p:txBody>
      </p:sp>
    </p:spTree>
    <p:extLst>
      <p:ext uri="{BB962C8B-B14F-4D97-AF65-F5344CB8AC3E}">
        <p14:creationId xmlns:p14="http://schemas.microsoft.com/office/powerpoint/2010/main" val="2818972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are going to talk about the industry I chose, which is the sports industry. Today’s sports lack a centralized and consistent system for distributing information about adaptive and inclusive options for individuals with disabilities. There are options that give partial in information, like the Special Olympics or </a:t>
            </a:r>
            <a:r>
              <a:rPr lang="en-US" dirty="0" err="1"/>
              <a:t>Paralympics,but</a:t>
            </a:r>
            <a:r>
              <a:rPr lang="en-US" dirty="0"/>
              <a:t> these resources are fragmented.</a:t>
            </a:r>
          </a:p>
          <a:p>
            <a:endParaRPr lang="en-US" dirty="0"/>
          </a:p>
          <a:p>
            <a:r>
              <a:rPr lang="en-US" dirty="0"/>
              <a:t>So the problem is that individuals with accessibility needs face barriers that can hinder them from finding accessible programs, adaptive equipment, and ability-based options. </a:t>
            </a:r>
          </a:p>
          <a:p>
            <a:endParaRPr lang="en-US" dirty="0"/>
          </a:p>
          <a:p>
            <a:r>
              <a:rPr lang="en-US" dirty="0"/>
              <a:t>That is where my GPT comes </a:t>
            </a:r>
            <a:r>
              <a:rPr lang="en-US" dirty="0" err="1"/>
              <a:t>in.n</a:t>
            </a:r>
            <a:r>
              <a:rPr lang="en-US" dirty="0"/>
              <a:t>, created a single conversational AI that can eliminate these barriers and provide clear guidance and local opportunities to individuals who want to get involved in sports. </a:t>
            </a:r>
          </a:p>
          <a:p>
            <a:endParaRPr lang="en-US" dirty="0"/>
          </a:p>
          <a:p>
            <a:r>
              <a:rPr lang="en-US" dirty="0" err="1"/>
              <a:t>AdaptiveSportsGPT</a:t>
            </a:r>
            <a:r>
              <a:rPr lang="en-US" dirty="0"/>
              <a:t> was built to streamline that journey by offering one place to explore sports, adaptations, equipment options, and local resources in a way that’s easy to navigate.</a:t>
            </a:r>
          </a:p>
        </p:txBody>
      </p:sp>
      <p:sp>
        <p:nvSpPr>
          <p:cNvPr id="4" name="Slide Number Placeholder 3"/>
          <p:cNvSpPr>
            <a:spLocks noGrp="1"/>
          </p:cNvSpPr>
          <p:nvPr>
            <p:ph type="sldNum" sz="quarter" idx="5"/>
          </p:nvPr>
        </p:nvSpPr>
        <p:spPr/>
        <p:txBody>
          <a:bodyPr/>
          <a:lstStyle/>
          <a:p>
            <a:fld id="{62C2716C-87D7-144B-9A43-2B941312CC8F}" type="slidenum">
              <a:rPr lang="en-US" smtClean="0"/>
              <a:t>2</a:t>
            </a:fld>
            <a:endParaRPr lang="en-US"/>
          </a:p>
        </p:txBody>
      </p:sp>
    </p:spTree>
    <p:extLst>
      <p:ext uri="{BB962C8B-B14F-4D97-AF65-F5344CB8AC3E}">
        <p14:creationId xmlns:p14="http://schemas.microsoft.com/office/powerpoint/2010/main" val="13198975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GPT uses structured intake logic and interprets functional ability descriptions using guidance from CDC, Special Olympics, and Paralympic documents. </a:t>
            </a:r>
          </a:p>
          <a:p>
            <a:endParaRPr lang="en-US" dirty="0"/>
          </a:p>
          <a:p>
            <a:r>
              <a:rPr lang="en-US" dirty="0"/>
              <a:t>From there it branches into tailored pathways—suggesting sports, adaptive equipment, rule modifications, and ways to get involved locally.</a:t>
            </a:r>
            <a:br>
              <a:rPr lang="en-US" dirty="0"/>
            </a:br>
            <a:endParaRPr lang="en-US" dirty="0"/>
          </a:p>
          <a:p>
            <a:r>
              <a:rPr lang="en-US" dirty="0"/>
              <a:t>The goal wasn’t just to recommend sports, but to create an experience that feels accurate, inclusive, and genuinely helpful for people with diverse accessibility needs</a:t>
            </a:r>
          </a:p>
        </p:txBody>
      </p:sp>
      <p:sp>
        <p:nvSpPr>
          <p:cNvPr id="4" name="Slide Number Placeholder 3"/>
          <p:cNvSpPr>
            <a:spLocks noGrp="1"/>
          </p:cNvSpPr>
          <p:nvPr>
            <p:ph type="sldNum" sz="quarter" idx="5"/>
          </p:nvPr>
        </p:nvSpPr>
        <p:spPr/>
        <p:txBody>
          <a:bodyPr/>
          <a:lstStyle/>
          <a:p>
            <a:fld id="{62C2716C-87D7-144B-9A43-2B941312CC8F}" type="slidenum">
              <a:rPr lang="en-US" smtClean="0"/>
              <a:t>3</a:t>
            </a:fld>
            <a:endParaRPr lang="en-US"/>
          </a:p>
        </p:txBody>
      </p:sp>
    </p:spTree>
    <p:extLst>
      <p:ext uri="{BB962C8B-B14F-4D97-AF65-F5344CB8AC3E}">
        <p14:creationId xmlns:p14="http://schemas.microsoft.com/office/powerpoint/2010/main" val="19099242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long-term vision is an AI-driven platform that expands equitable participation in adaptive sports</a:t>
            </a:r>
          </a:p>
          <a:p>
            <a:pPr marL="0" marR="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To support that vision, I defined four core goals:</a:t>
            </a:r>
          </a:p>
          <a:p>
            <a:pPr marL="0" marR="0" indent="0" algn="l" defTabSz="914400" rtl="0" eaLnBrk="1" fontAlgn="auto" latinLnBrk="0" hangingPunct="1">
              <a:lnSpc>
                <a:spcPct val="100000"/>
              </a:lnSpc>
              <a:spcBef>
                <a:spcPts val="0"/>
              </a:spcBef>
              <a:spcAft>
                <a:spcPts val="0"/>
              </a:spcAft>
              <a:buClrTx/>
              <a:buSzTx/>
              <a:buFontTx/>
              <a:buNone/>
              <a:tabLst/>
              <a:defRPr/>
            </a:pPr>
            <a:br>
              <a:rPr lang="en-US" dirty="0"/>
            </a:br>
            <a:r>
              <a:rPr lang="en-US" dirty="0"/>
              <a:t>• Centralize information that’s currently scattered.</a:t>
            </a:r>
            <a:br>
              <a:rPr lang="en-US" dirty="0"/>
            </a:br>
            <a:r>
              <a:rPr lang="en-US" dirty="0"/>
              <a:t>• Offer personalized, inclusive recommendations.</a:t>
            </a:r>
            <a:br>
              <a:rPr lang="en-US" dirty="0"/>
            </a:br>
            <a:r>
              <a:rPr lang="en-US" dirty="0"/>
              <a:t>• Build a tool organizations like Special Olympics or local clubs could use to scale their outreach.</a:t>
            </a:r>
            <a:br>
              <a:rPr lang="en-US" dirty="0"/>
            </a:br>
            <a:r>
              <a:rPr lang="en-US" dirty="0"/>
              <a:t>• And ensure everything is grounded in ethical, transparent use of AI.</a:t>
            </a:r>
            <a:br>
              <a:rPr lang="en-US" dirty="0"/>
            </a:br>
            <a:endParaRPr lang="en-US" dirty="0"/>
          </a:p>
        </p:txBody>
      </p:sp>
      <p:sp>
        <p:nvSpPr>
          <p:cNvPr id="4" name="Slide Number Placeholder 3"/>
          <p:cNvSpPr>
            <a:spLocks noGrp="1"/>
          </p:cNvSpPr>
          <p:nvPr>
            <p:ph type="sldNum" sz="quarter" idx="5"/>
          </p:nvPr>
        </p:nvSpPr>
        <p:spPr/>
        <p:txBody>
          <a:bodyPr/>
          <a:lstStyle/>
          <a:p>
            <a:fld id="{62C2716C-87D7-144B-9A43-2B941312CC8F}" type="slidenum">
              <a:rPr lang="en-US" smtClean="0"/>
              <a:t>4</a:t>
            </a:fld>
            <a:endParaRPr lang="en-US"/>
          </a:p>
        </p:txBody>
      </p:sp>
    </p:spTree>
    <p:extLst>
      <p:ext uri="{BB962C8B-B14F-4D97-AF65-F5344CB8AC3E}">
        <p14:creationId xmlns:p14="http://schemas.microsoft.com/office/powerpoint/2010/main" val="693232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focuses on collecting high-quality resources from the CDC, Special Olympics, and Paralympics, and defining the intake logic and ethical boundaries. This step ensures the GPT interprets functional ability correctly and avoids medical or diagnostic assumptions. We also begin outreach to major adaptive-sports organizations to set the stage for future collaboration</a:t>
            </a:r>
          </a:p>
          <a:p>
            <a:endParaRPr lang="en-US" dirty="0"/>
          </a:p>
          <a:p>
            <a:r>
              <a:rPr lang="en-US" dirty="0"/>
              <a:t>In Phase 2, we formalize partnerships and begin integrating structured content such as athlete pathways and classification explanations. We also conduct review sessions with coaches, disability advocates, and therapists to validate the intake design. Their feedback ensures the recommendation logic is inclusive, accurate, and aligned with real community needs</a:t>
            </a:r>
          </a:p>
          <a:p>
            <a:endParaRPr lang="en-US" dirty="0"/>
          </a:p>
          <a:p>
            <a:r>
              <a:rPr lang="en-US" dirty="0"/>
              <a:t>Phase 3 finalizes system instructions, safety constraints, and decision trees. This includes refining how the GPT recommends sports, equipment, and accessibility options while reducing hallucination risks. By the end of this phase, the model operates as a functional, ethically consistent advisor ready for pilot testing</a:t>
            </a:r>
          </a:p>
          <a:p>
            <a:endParaRPr lang="en-US" dirty="0"/>
          </a:p>
          <a:p>
            <a:r>
              <a:rPr lang="en-US" dirty="0"/>
              <a:t>Phase 4 involves deploying the tool within a single partner organization to observe real user interaction. Coaches, families, and athletes use it during intake or program enrollment, and we collect structured feedback on clarity, usefulness, and accuracy. This phase identifies adjustments needed before a full rollout</a:t>
            </a:r>
          </a:p>
          <a:p>
            <a:endParaRPr lang="en-US" dirty="0"/>
          </a:p>
          <a:p>
            <a:r>
              <a:rPr lang="en-US" dirty="0"/>
              <a:t>In the final phase, the GPT expands to a broader audience through a public website or integration with Special Olympics and Paralympic platforms. Outreach campaigns support adoption, while content updates keep the system accurate. Long-term enhancements include multilingual support and integration with recreation databases.</a:t>
            </a:r>
          </a:p>
        </p:txBody>
      </p:sp>
      <p:sp>
        <p:nvSpPr>
          <p:cNvPr id="4" name="Slide Number Placeholder 3"/>
          <p:cNvSpPr>
            <a:spLocks noGrp="1"/>
          </p:cNvSpPr>
          <p:nvPr>
            <p:ph type="sldNum" sz="quarter" idx="5"/>
          </p:nvPr>
        </p:nvSpPr>
        <p:spPr/>
        <p:txBody>
          <a:bodyPr/>
          <a:lstStyle/>
          <a:p>
            <a:fld id="{62C2716C-87D7-144B-9A43-2B941312CC8F}" type="slidenum">
              <a:rPr lang="en-US" smtClean="0"/>
              <a:t>5</a:t>
            </a:fld>
            <a:endParaRPr lang="en-US"/>
          </a:p>
        </p:txBody>
      </p:sp>
    </p:spTree>
    <p:extLst>
      <p:ext uri="{BB962C8B-B14F-4D97-AF65-F5344CB8AC3E}">
        <p14:creationId xmlns:p14="http://schemas.microsoft.com/office/powerpoint/2010/main" val="3559692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showed how AI can support digital transformation by improving access and equity—especially for communities that often face fragmented information. Building the GPT required blending technical design with ethical constraints to deliver a responsible, user-centered tool</a:t>
            </a:r>
          </a:p>
          <a:p>
            <a:endParaRPr lang="en-US" dirty="0"/>
          </a:p>
          <a:p>
            <a:r>
              <a:rPr lang="en-US" dirty="0"/>
              <a:t>The primary challenges involved maintaining ethical boundaries around disability-related content and designing intake logic that avoided medical assumptions while still producing meaningful recommendations. Ensuring consistent, structured outputs across varied user questions was another key hurdle.</a:t>
            </a:r>
          </a:p>
          <a:p>
            <a:endParaRPr lang="en-US" dirty="0"/>
          </a:p>
          <a:p>
            <a:r>
              <a:rPr lang="en-US" dirty="0"/>
              <a:t>Future work should emphasize transparency, user trust, and continuous testing with real stakeholders. Expanding domain coverage, improving training materials, and integrating with broader databases will strengthen accuracy and long-term sustainability</a:t>
            </a:r>
          </a:p>
        </p:txBody>
      </p:sp>
      <p:sp>
        <p:nvSpPr>
          <p:cNvPr id="4" name="Slide Number Placeholder 3"/>
          <p:cNvSpPr>
            <a:spLocks noGrp="1"/>
          </p:cNvSpPr>
          <p:nvPr>
            <p:ph type="sldNum" sz="quarter" idx="5"/>
          </p:nvPr>
        </p:nvSpPr>
        <p:spPr/>
        <p:txBody>
          <a:bodyPr/>
          <a:lstStyle/>
          <a:p>
            <a:fld id="{62C2716C-87D7-144B-9A43-2B941312CC8F}" type="slidenum">
              <a:rPr lang="en-US" smtClean="0"/>
              <a:t>6</a:t>
            </a:fld>
            <a:endParaRPr lang="en-US"/>
          </a:p>
        </p:txBody>
      </p:sp>
    </p:spTree>
    <p:extLst>
      <p:ext uri="{BB962C8B-B14F-4D97-AF65-F5344CB8AC3E}">
        <p14:creationId xmlns:p14="http://schemas.microsoft.com/office/powerpoint/2010/main" val="1528589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have a short demonstration of </a:t>
            </a:r>
            <a:r>
              <a:rPr lang="en-US" dirty="0" err="1"/>
              <a:t>AdaptiveSportsGPT</a:t>
            </a:r>
            <a:r>
              <a:rPr lang="en-US" dirty="0"/>
              <a:t>. Here I walk through a typical user flow: entering functional needs, receiving sport recommendations, exploring adaptations, and locating nearby programs.</a:t>
            </a:r>
          </a:p>
          <a:p>
            <a:br>
              <a:rPr lang="en-US" dirty="0"/>
            </a:br>
            <a:r>
              <a:rPr lang="en-US" dirty="0"/>
              <a:t>The experience is designed to feel intuitive while still providing depth for users who want detailed guidance or technical equipment information</a:t>
            </a:r>
          </a:p>
        </p:txBody>
      </p:sp>
      <p:sp>
        <p:nvSpPr>
          <p:cNvPr id="4" name="Slide Number Placeholder 3"/>
          <p:cNvSpPr>
            <a:spLocks noGrp="1"/>
          </p:cNvSpPr>
          <p:nvPr>
            <p:ph type="sldNum" sz="quarter" idx="5"/>
          </p:nvPr>
        </p:nvSpPr>
        <p:spPr/>
        <p:txBody>
          <a:bodyPr/>
          <a:lstStyle/>
          <a:p>
            <a:fld id="{62C2716C-87D7-144B-9A43-2B941312CC8F}" type="slidenum">
              <a:rPr lang="en-US" smtClean="0"/>
              <a:t>7</a:t>
            </a:fld>
            <a:endParaRPr lang="en-US"/>
          </a:p>
        </p:txBody>
      </p:sp>
    </p:spTree>
    <p:extLst>
      <p:ext uri="{BB962C8B-B14F-4D97-AF65-F5344CB8AC3E}">
        <p14:creationId xmlns:p14="http://schemas.microsoft.com/office/powerpoint/2010/main" val="3463245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F7B0D-DCC0-A75B-62A7-2040F31D13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BB70144-F4B2-A14E-9DB0-21A6A74A26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329AD6-A02A-333C-DA70-4AD687E789CF}"/>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5" name="Footer Placeholder 4">
            <a:extLst>
              <a:ext uri="{FF2B5EF4-FFF2-40B4-BE49-F238E27FC236}">
                <a16:creationId xmlns:a16="http://schemas.microsoft.com/office/drawing/2014/main" id="{17590E0B-6DEA-D2D6-BE8E-FDC8C7AEF0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6F2BC-CC19-5693-A0DF-AD972E39B4D0}"/>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2623819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5D4A8-5E7A-0795-3C16-B8AC2A913B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DFB337-190C-CE0A-CF1D-7D7E2C1D19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C75682-B533-7A73-197E-6F345DC54432}"/>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5" name="Footer Placeholder 4">
            <a:extLst>
              <a:ext uri="{FF2B5EF4-FFF2-40B4-BE49-F238E27FC236}">
                <a16:creationId xmlns:a16="http://schemas.microsoft.com/office/drawing/2014/main" id="{15DBF4C1-9D86-3A0B-9691-E8DA4421B6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425E68-B5E8-2F3E-365F-A2D83BC3F94C}"/>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1134082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E0E920-6F3C-D82B-C85A-7A364CE8B8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B3BCA1C-6700-CBF5-2839-2FAF138BF1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922CC9-BC95-567F-F114-43927480D825}"/>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5" name="Footer Placeholder 4">
            <a:extLst>
              <a:ext uri="{FF2B5EF4-FFF2-40B4-BE49-F238E27FC236}">
                <a16:creationId xmlns:a16="http://schemas.microsoft.com/office/drawing/2014/main" id="{5C2C7733-C4CE-8F80-1D80-3A1A7BAF78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A91036-1750-7243-6F05-6EB80C013CB8}"/>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65793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29823-99BF-7816-72E3-9625A01E63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2057CC-A95C-F6AD-9348-696CAEE658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54E449-A079-4E30-8D1D-4C71C298A8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D1EE67-293E-92A2-011B-A5474145637A}"/>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6" name="Footer Placeholder 5">
            <a:extLst>
              <a:ext uri="{FF2B5EF4-FFF2-40B4-BE49-F238E27FC236}">
                <a16:creationId xmlns:a16="http://schemas.microsoft.com/office/drawing/2014/main" id="{D9161823-59FC-BFBC-5609-D588A6CB9A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D2C280-8AD3-9337-AA1C-10DC2D0F6832}"/>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532676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A3559-E502-96B8-9723-3C4AD8AEC2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727CE6-46B9-026D-7349-E1AFDC438A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C75882-9A8C-1831-4D7C-D7795EB1434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EEC306-002A-321F-7084-0A03A28322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1FE99E-083F-2297-3055-5E11DCEB15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5E3816-542E-2425-6EED-5992834E1CB4}"/>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8" name="Footer Placeholder 7">
            <a:extLst>
              <a:ext uri="{FF2B5EF4-FFF2-40B4-BE49-F238E27FC236}">
                <a16:creationId xmlns:a16="http://schemas.microsoft.com/office/drawing/2014/main" id="{99ECA8C5-D8B9-A7C0-B3F7-45755006BF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DD75B94-45F9-8BBD-C753-9AA3E216091E}"/>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2869113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54996-2F5A-AD30-9EB0-E321A9408A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DFAB96-CDAC-AF95-E3D4-336CA53EEFA7}"/>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4" name="Footer Placeholder 3">
            <a:extLst>
              <a:ext uri="{FF2B5EF4-FFF2-40B4-BE49-F238E27FC236}">
                <a16:creationId xmlns:a16="http://schemas.microsoft.com/office/drawing/2014/main" id="{F28DF163-DA0A-D7C3-5943-7B22B2EDC2B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40D18B-6B98-F8F0-48FE-886EB0956908}"/>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4091166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BF27FA-FAF1-2D29-076A-1EB78D72E05D}"/>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3" name="Footer Placeholder 2">
            <a:extLst>
              <a:ext uri="{FF2B5EF4-FFF2-40B4-BE49-F238E27FC236}">
                <a16:creationId xmlns:a16="http://schemas.microsoft.com/office/drawing/2014/main" id="{95965716-AC95-80D6-04D5-088D2B84CA6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1955139-9E1B-3E36-235C-A86B885F7BC8}"/>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635126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3558D-DAE9-FD17-E61A-77A403B8C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E56DF4-569C-BA08-970F-0E7E3C5D56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A0CFDFF-6217-CA9E-E5C3-A496F7B7AD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7CB874-CCE2-D191-F8B7-4C951EAA3934}"/>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6" name="Footer Placeholder 5">
            <a:extLst>
              <a:ext uri="{FF2B5EF4-FFF2-40B4-BE49-F238E27FC236}">
                <a16:creationId xmlns:a16="http://schemas.microsoft.com/office/drawing/2014/main" id="{932CC2A0-B760-4BF2-D91B-147904EE99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DFD983-8200-1941-8E2C-C75226542345}"/>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428262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68905-EF8B-FC28-DF5E-B15F198D35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0EB548A-4611-0F35-6827-2267440409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C52155-62D5-C301-F7F9-80DDACC435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2CF2604-C79E-424C-D216-4D9A82D5D0BB}"/>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6" name="Footer Placeholder 5">
            <a:extLst>
              <a:ext uri="{FF2B5EF4-FFF2-40B4-BE49-F238E27FC236}">
                <a16:creationId xmlns:a16="http://schemas.microsoft.com/office/drawing/2014/main" id="{66513C58-FDAA-925A-EA44-04E9F4DBF1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B9558A-64BC-F14B-9DD8-931735726076}"/>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2853270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F607-6E0E-0A44-50DA-ADE5AC7896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0C3D2F-7015-D9E9-B844-4F7228E256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617B1B-9EF4-C345-6C2F-39BD2AFE1586}"/>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5" name="Footer Placeholder 4">
            <a:extLst>
              <a:ext uri="{FF2B5EF4-FFF2-40B4-BE49-F238E27FC236}">
                <a16:creationId xmlns:a16="http://schemas.microsoft.com/office/drawing/2014/main" id="{A2BAAE7A-4894-760D-4467-F5D28BE140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C09E04-F2CE-522A-2017-AF9C41171F7C}"/>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2586540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56B9AD-E6E5-9ED0-10FE-3C0C15D6C44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01A94E-4D6C-B4A8-2C80-1B6D313B58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F7624C-29C1-CC4F-F3CC-122CA3B5E50A}"/>
              </a:ext>
            </a:extLst>
          </p:cNvPr>
          <p:cNvSpPr>
            <a:spLocks noGrp="1"/>
          </p:cNvSpPr>
          <p:nvPr>
            <p:ph type="dt" sz="half" idx="10"/>
          </p:nvPr>
        </p:nvSpPr>
        <p:spPr/>
        <p:txBody>
          <a:bodyPr/>
          <a:lstStyle/>
          <a:p>
            <a:fld id="{DB6704DE-11EC-D748-872F-9C4AF754EBA6}" type="datetimeFigureOut">
              <a:rPr lang="en-US" smtClean="0"/>
              <a:t>12/1/25</a:t>
            </a:fld>
            <a:endParaRPr lang="en-US"/>
          </a:p>
        </p:txBody>
      </p:sp>
      <p:sp>
        <p:nvSpPr>
          <p:cNvPr id="5" name="Footer Placeholder 4">
            <a:extLst>
              <a:ext uri="{FF2B5EF4-FFF2-40B4-BE49-F238E27FC236}">
                <a16:creationId xmlns:a16="http://schemas.microsoft.com/office/drawing/2014/main" id="{21FBDE9B-48AF-5309-CE11-CB2CEC9B88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FD1080-60C4-D998-269E-8A31FB83CE6A}"/>
              </a:ext>
            </a:extLst>
          </p:cNvPr>
          <p:cNvSpPr>
            <a:spLocks noGrp="1"/>
          </p:cNvSpPr>
          <p:nvPr>
            <p:ph type="sldNum" sz="quarter" idx="12"/>
          </p:nvPr>
        </p:nvSpPr>
        <p:spPr/>
        <p:txBody>
          <a:bodyPr/>
          <a:lstStyle/>
          <a:p>
            <a:fld id="{CDC65A80-F07B-D041-B54A-C900CAA30A8D}" type="slidenum">
              <a:rPr lang="en-US" smtClean="0"/>
              <a:t>‹#›</a:t>
            </a:fld>
            <a:endParaRPr lang="en-US"/>
          </a:p>
        </p:txBody>
      </p:sp>
    </p:spTree>
    <p:extLst>
      <p:ext uri="{BB962C8B-B14F-4D97-AF65-F5344CB8AC3E}">
        <p14:creationId xmlns:p14="http://schemas.microsoft.com/office/powerpoint/2010/main" val="22579328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35265DE-3F7B-CC17-1A08-2455CB9CA5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A9FC41C-A94D-A39A-19DD-557CBBEF42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F7E32-83E1-735E-6956-0966E01CBF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B6704DE-11EC-D748-872F-9C4AF754EBA6}" type="datetimeFigureOut">
              <a:rPr lang="en-US" smtClean="0"/>
              <a:t>12/1/25</a:t>
            </a:fld>
            <a:endParaRPr lang="en-US"/>
          </a:p>
        </p:txBody>
      </p:sp>
      <p:sp>
        <p:nvSpPr>
          <p:cNvPr id="5" name="Footer Placeholder 4">
            <a:extLst>
              <a:ext uri="{FF2B5EF4-FFF2-40B4-BE49-F238E27FC236}">
                <a16:creationId xmlns:a16="http://schemas.microsoft.com/office/drawing/2014/main" id="{A70AE2E7-BD67-7110-267B-0B204952B93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2583D6E-2B32-ECC4-0850-9F5672CFCF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DC65A80-F07B-D041-B54A-C900CAA30A8D}" type="slidenum">
              <a:rPr lang="en-US" smtClean="0"/>
              <a:t>‹#›</a:t>
            </a:fld>
            <a:endParaRPr lang="en-US"/>
          </a:p>
        </p:txBody>
      </p:sp>
    </p:spTree>
    <p:extLst>
      <p:ext uri="{BB962C8B-B14F-4D97-AF65-F5344CB8AC3E}">
        <p14:creationId xmlns:p14="http://schemas.microsoft.com/office/powerpoint/2010/main" val="38670499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diagramColors" Target="../diagrams/colors5.xml"/><Relationship Id="rId3" Type="http://schemas.openxmlformats.org/officeDocument/2006/relationships/hyperlink" Target="https://github.com/BrandonLMedina/Final-Assignment.git" TargetMode="External"/><Relationship Id="rId7" Type="http://schemas.openxmlformats.org/officeDocument/2006/relationships/image" Target="../media/image10.png"/><Relationship Id="rId12" Type="http://schemas.openxmlformats.org/officeDocument/2006/relationships/diagramQuickStyle" Target="../diagrams/quickStyle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chatgpt.com/g/g-6927df30b1348191b805769834f23a2d-adaptivesportsgpt-inclusive-sports-guide" TargetMode="External"/><Relationship Id="rId11" Type="http://schemas.openxmlformats.org/officeDocument/2006/relationships/diagramLayout" Target="../diagrams/layout5.xml"/><Relationship Id="rId5" Type="http://schemas.openxmlformats.org/officeDocument/2006/relationships/hyperlink" Target="https://lthub.ubc.ca/guides/github-instructor-guide/" TargetMode="External"/><Relationship Id="rId10" Type="http://schemas.openxmlformats.org/officeDocument/2006/relationships/diagramData" Target="../diagrams/data5.xml"/><Relationship Id="rId4" Type="http://schemas.openxmlformats.org/officeDocument/2006/relationships/image" Target="../media/image9.png"/><Relationship Id="rId9" Type="http://schemas.openxmlformats.org/officeDocument/2006/relationships/hyperlink" Target="https://logotic.me/item/13474/chatgpt/" TargetMode="External"/><Relationship Id="rId14" Type="http://schemas.microsoft.com/office/2007/relationships/diagramDrawing" Target="../diagrams/drawing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Triangle 4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Rectangle 44">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6B61A1-30FF-62BB-F571-D1BA564ABD6E}"/>
              </a:ext>
            </a:extLst>
          </p:cNvPr>
          <p:cNvSpPr>
            <a:spLocks noGrp="1"/>
          </p:cNvSpPr>
          <p:nvPr>
            <p:ph type="ctrTitle"/>
          </p:nvPr>
        </p:nvSpPr>
        <p:spPr>
          <a:xfrm>
            <a:off x="965200" y="1383528"/>
            <a:ext cx="5925989" cy="3167510"/>
          </a:xfrm>
        </p:spPr>
        <p:txBody>
          <a:bodyPr anchor="b">
            <a:normAutofit/>
          </a:bodyPr>
          <a:lstStyle/>
          <a:p>
            <a:pPr algn="r"/>
            <a:r>
              <a:rPr lang="en-US" sz="5300" b="1" dirty="0" err="1"/>
              <a:t>AdaptiveSportsGPT</a:t>
            </a:r>
            <a:r>
              <a:rPr lang="en-US" sz="5300" b="1" dirty="0"/>
              <a:t> – Inclusive Sports Guide</a:t>
            </a:r>
            <a:endParaRPr lang="en-US" sz="5300" dirty="0"/>
          </a:p>
        </p:txBody>
      </p:sp>
      <p:sp>
        <p:nvSpPr>
          <p:cNvPr id="3" name="Subtitle 2">
            <a:extLst>
              <a:ext uri="{FF2B5EF4-FFF2-40B4-BE49-F238E27FC236}">
                <a16:creationId xmlns:a16="http://schemas.microsoft.com/office/drawing/2014/main" id="{2027A659-4C43-9F3A-FBA1-8BAF97A2B110}"/>
              </a:ext>
            </a:extLst>
          </p:cNvPr>
          <p:cNvSpPr>
            <a:spLocks noGrp="1"/>
          </p:cNvSpPr>
          <p:nvPr>
            <p:ph type="subTitle" idx="1"/>
          </p:nvPr>
        </p:nvSpPr>
        <p:spPr>
          <a:xfrm>
            <a:off x="965201" y="4582814"/>
            <a:ext cx="5925987" cy="1312657"/>
          </a:xfrm>
        </p:spPr>
        <p:txBody>
          <a:bodyPr anchor="t">
            <a:normAutofit/>
          </a:bodyPr>
          <a:lstStyle/>
          <a:p>
            <a:pPr algn="r"/>
            <a:r>
              <a:rPr lang="en-US"/>
              <a:t>Brandon L Medina</a:t>
            </a:r>
          </a:p>
          <a:p>
            <a:pPr algn="r"/>
            <a:r>
              <a:rPr lang="en-US"/>
              <a:t>IST 601</a:t>
            </a:r>
          </a:p>
        </p:txBody>
      </p:sp>
      <p:pic>
        <p:nvPicPr>
          <p:cNvPr id="26" name="Graphic 25" descr="Basketball">
            <a:extLst>
              <a:ext uri="{FF2B5EF4-FFF2-40B4-BE49-F238E27FC236}">
                <a16:creationId xmlns:a16="http://schemas.microsoft.com/office/drawing/2014/main" id="{1FE6861F-CFC2-32C8-9FB7-94FE20BD53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99140" y="2209474"/>
            <a:ext cx="2489416" cy="2489416"/>
          </a:xfrm>
          <a:prstGeom prst="rect">
            <a:avLst/>
          </a:prstGeom>
        </p:spPr>
      </p:pic>
    </p:spTree>
    <p:extLst>
      <p:ext uri="{BB962C8B-B14F-4D97-AF65-F5344CB8AC3E}">
        <p14:creationId xmlns:p14="http://schemas.microsoft.com/office/powerpoint/2010/main" val="1211895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58FE1D-1CB5-A14E-220D-0FF88F497F45}"/>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5400" kern="1200">
                <a:solidFill>
                  <a:schemeClr val="tx1"/>
                </a:solidFill>
                <a:latin typeface="+mj-lt"/>
                <a:ea typeface="+mj-ea"/>
                <a:cs typeface="+mj-cs"/>
              </a:rPr>
              <a:t>Topic, Problem, &amp; Rationale</a:t>
            </a:r>
          </a:p>
        </p:txBody>
      </p:sp>
      <p:sp>
        <p:nvSpPr>
          <p:cNvPr id="1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sX0" fmla="*/ 0 w 10424160"/>
              <a:gd name="csY0" fmla="*/ 0 h 18288"/>
              <a:gd name="csX1" fmla="*/ 903427 w 10424160"/>
              <a:gd name="csY1" fmla="*/ 0 h 18288"/>
              <a:gd name="csX2" fmla="*/ 1389888 w 10424160"/>
              <a:gd name="csY2" fmla="*/ 0 h 18288"/>
              <a:gd name="csX3" fmla="*/ 2189074 w 10424160"/>
              <a:gd name="csY3" fmla="*/ 0 h 18288"/>
              <a:gd name="csX4" fmla="*/ 2675534 w 10424160"/>
              <a:gd name="csY4" fmla="*/ 0 h 18288"/>
              <a:gd name="csX5" fmla="*/ 3370478 w 10424160"/>
              <a:gd name="csY5" fmla="*/ 0 h 18288"/>
              <a:gd name="csX6" fmla="*/ 4169664 w 10424160"/>
              <a:gd name="csY6" fmla="*/ 0 h 18288"/>
              <a:gd name="csX7" fmla="*/ 4551883 w 10424160"/>
              <a:gd name="csY7" fmla="*/ 0 h 18288"/>
              <a:gd name="csX8" fmla="*/ 4934102 w 10424160"/>
              <a:gd name="csY8" fmla="*/ 0 h 18288"/>
              <a:gd name="csX9" fmla="*/ 5837530 w 10424160"/>
              <a:gd name="csY9" fmla="*/ 0 h 18288"/>
              <a:gd name="csX10" fmla="*/ 6532474 w 10424160"/>
              <a:gd name="csY10" fmla="*/ 0 h 18288"/>
              <a:gd name="csX11" fmla="*/ 6914693 w 10424160"/>
              <a:gd name="csY11" fmla="*/ 0 h 18288"/>
              <a:gd name="csX12" fmla="*/ 7609637 w 10424160"/>
              <a:gd name="csY12" fmla="*/ 0 h 18288"/>
              <a:gd name="csX13" fmla="*/ 8513064 w 10424160"/>
              <a:gd name="csY13" fmla="*/ 0 h 18288"/>
              <a:gd name="csX14" fmla="*/ 9103766 w 10424160"/>
              <a:gd name="csY14" fmla="*/ 0 h 18288"/>
              <a:gd name="csX15" fmla="*/ 9694469 w 10424160"/>
              <a:gd name="csY15" fmla="*/ 0 h 18288"/>
              <a:gd name="csX16" fmla="*/ 10424160 w 10424160"/>
              <a:gd name="csY16" fmla="*/ 0 h 18288"/>
              <a:gd name="csX17" fmla="*/ 10424160 w 10424160"/>
              <a:gd name="csY17" fmla="*/ 18288 h 18288"/>
              <a:gd name="csX18" fmla="*/ 9729216 w 10424160"/>
              <a:gd name="csY18" fmla="*/ 18288 h 18288"/>
              <a:gd name="csX19" fmla="*/ 8930030 w 10424160"/>
              <a:gd name="csY19" fmla="*/ 18288 h 18288"/>
              <a:gd name="csX20" fmla="*/ 8130845 w 10424160"/>
              <a:gd name="csY20" fmla="*/ 18288 h 18288"/>
              <a:gd name="csX21" fmla="*/ 7644384 w 10424160"/>
              <a:gd name="csY21" fmla="*/ 18288 h 18288"/>
              <a:gd name="csX22" fmla="*/ 6740957 w 10424160"/>
              <a:gd name="csY22" fmla="*/ 18288 h 18288"/>
              <a:gd name="csX23" fmla="*/ 6046013 w 10424160"/>
              <a:gd name="csY23" fmla="*/ 18288 h 18288"/>
              <a:gd name="csX24" fmla="*/ 5663794 w 10424160"/>
              <a:gd name="csY24" fmla="*/ 18288 h 18288"/>
              <a:gd name="csX25" fmla="*/ 4968850 w 10424160"/>
              <a:gd name="csY25" fmla="*/ 18288 h 18288"/>
              <a:gd name="csX26" fmla="*/ 4378147 w 10424160"/>
              <a:gd name="csY26" fmla="*/ 18288 h 18288"/>
              <a:gd name="csX27" fmla="*/ 3787445 w 10424160"/>
              <a:gd name="csY27" fmla="*/ 18288 h 18288"/>
              <a:gd name="csX28" fmla="*/ 3196742 w 10424160"/>
              <a:gd name="csY28" fmla="*/ 18288 h 18288"/>
              <a:gd name="csX29" fmla="*/ 2606040 w 10424160"/>
              <a:gd name="csY29" fmla="*/ 18288 h 18288"/>
              <a:gd name="csX30" fmla="*/ 1806854 w 10424160"/>
              <a:gd name="csY30" fmla="*/ 18288 h 18288"/>
              <a:gd name="csX31" fmla="*/ 1111910 w 10424160"/>
              <a:gd name="csY31" fmla="*/ 18288 h 18288"/>
              <a:gd name="csX32" fmla="*/ 729691 w 10424160"/>
              <a:gd name="csY32" fmla="*/ 18288 h 18288"/>
              <a:gd name="csX33" fmla="*/ 0 w 10424160"/>
              <a:gd name="csY33" fmla="*/ 18288 h 18288"/>
              <a:gd name="csX34" fmla="*/ 0 w 10424160"/>
              <a:gd name="csY34"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extBox 3">
            <a:extLst>
              <a:ext uri="{FF2B5EF4-FFF2-40B4-BE49-F238E27FC236}">
                <a16:creationId xmlns:a16="http://schemas.microsoft.com/office/drawing/2014/main" id="{9A40367B-6423-B655-ECCC-D941429616F4}"/>
              </a:ext>
            </a:extLst>
          </p:cNvPr>
          <p:cNvGraphicFramePr/>
          <p:nvPr>
            <p:extLst>
              <p:ext uri="{D42A27DB-BD31-4B8C-83A1-F6EECF244321}">
                <p14:modId xmlns:p14="http://schemas.microsoft.com/office/powerpoint/2010/main" val="1878602348"/>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42485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Freeform: Shape 28">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7A68396-9457-A20A-98C4-125FE625FE75}"/>
              </a:ext>
            </a:extLst>
          </p:cNvPr>
          <p:cNvSpPr>
            <a:spLocks noGrp="1"/>
          </p:cNvSpPr>
          <p:nvPr>
            <p:ph type="title"/>
          </p:nvPr>
        </p:nvSpPr>
        <p:spPr>
          <a:xfrm>
            <a:off x="804672" y="1412489"/>
            <a:ext cx="2871095" cy="2156621"/>
          </a:xfrm>
        </p:spPr>
        <p:txBody>
          <a:bodyPr vert="horz" lIns="91440" tIns="45720" rIns="91440" bIns="45720" rtlCol="0" anchor="t">
            <a:normAutofit/>
          </a:bodyPr>
          <a:lstStyle/>
          <a:p>
            <a:r>
              <a:rPr lang="en-US" sz="3600" kern="1200">
                <a:solidFill>
                  <a:srgbClr val="FFFFFF"/>
                </a:solidFill>
                <a:latin typeface="+mj-lt"/>
                <a:ea typeface="+mj-ea"/>
                <a:cs typeface="+mj-cs"/>
              </a:rPr>
              <a:t>Applying AI to Solve the Problem</a:t>
            </a:r>
          </a:p>
        </p:txBody>
      </p:sp>
      <p:sp>
        <p:nvSpPr>
          <p:cNvPr id="3" name="Content Placeholder 2">
            <a:extLst>
              <a:ext uri="{FF2B5EF4-FFF2-40B4-BE49-F238E27FC236}">
                <a16:creationId xmlns:a16="http://schemas.microsoft.com/office/drawing/2014/main" id="{7BAF739F-24EB-3E8D-8105-B377E5FABB76}"/>
              </a:ext>
            </a:extLst>
          </p:cNvPr>
          <p:cNvSpPr>
            <a:spLocks noGrp="1"/>
          </p:cNvSpPr>
          <p:nvPr>
            <p:ph idx="1"/>
          </p:nvPr>
        </p:nvSpPr>
        <p:spPr>
          <a:xfrm>
            <a:off x="4610100" y="409189"/>
            <a:ext cx="3841502" cy="4363844"/>
          </a:xfrm>
        </p:spPr>
        <p:txBody>
          <a:bodyPr vert="horz" lIns="91440" tIns="45720" rIns="91440" bIns="45720" rtlCol="0">
            <a:normAutofit/>
          </a:bodyPr>
          <a:lstStyle/>
          <a:p>
            <a:pPr marL="0"/>
            <a:r>
              <a:rPr lang="en-US" sz="2000" b="1" dirty="0"/>
              <a:t>GPT Overview</a:t>
            </a:r>
            <a:br>
              <a:rPr lang="en-US" sz="2000" dirty="0"/>
            </a:br>
            <a:r>
              <a:rPr lang="en-US" sz="2000" dirty="0" err="1"/>
              <a:t>AdaptiveSportsGPT</a:t>
            </a:r>
            <a:r>
              <a:rPr lang="en-US" sz="2000" dirty="0"/>
              <a:t> uses structured intake logic, functional ability interpretation (from CDC, Paralympic, and Special Olympics documents), and branching pathways to provide tailored sport recommendations, adaptive equipment options, and local program searches.</a:t>
            </a:r>
          </a:p>
        </p:txBody>
      </p:sp>
      <p:sp>
        <p:nvSpPr>
          <p:cNvPr id="13" name="TextBox 12">
            <a:extLst>
              <a:ext uri="{FF2B5EF4-FFF2-40B4-BE49-F238E27FC236}">
                <a16:creationId xmlns:a16="http://schemas.microsoft.com/office/drawing/2014/main" id="{15CADBDD-B745-A90E-9B4C-199A18704C20}"/>
              </a:ext>
            </a:extLst>
          </p:cNvPr>
          <p:cNvSpPr txBox="1"/>
          <p:nvPr/>
        </p:nvSpPr>
        <p:spPr>
          <a:xfrm>
            <a:off x="8451603" y="409189"/>
            <a:ext cx="3740395" cy="4363844"/>
          </a:xfrm>
          <a:prstGeom prst="rect">
            <a:avLst/>
          </a:prstGeom>
        </p:spPr>
        <p:txBody>
          <a:bodyPr vert="horz" lIns="91440" tIns="45720" rIns="91440" bIns="45720" rtlCol="0">
            <a:normAutofit/>
          </a:bodyPr>
          <a:lstStyle/>
          <a:p>
            <a:pPr marL="0" indent="-228600">
              <a:lnSpc>
                <a:spcPct val="90000"/>
              </a:lnSpc>
              <a:spcAft>
                <a:spcPts val="600"/>
              </a:spcAft>
              <a:buFont typeface="Arial" panose="020B0604020202020204" pitchFamily="34" charset="0"/>
              <a:buChar char="•"/>
            </a:pPr>
            <a:r>
              <a:rPr lang="en-US" sz="2000" b="1" dirty="0"/>
              <a:t>Core Problem Statement</a:t>
            </a:r>
            <a:br>
              <a:rPr lang="en-US" sz="2000" dirty="0"/>
            </a:br>
            <a:r>
              <a:rPr lang="en-US" sz="2000" dirty="0"/>
              <a:t>People with disabilities lack a single, user-friendly system to navigate adaptive sports, equipment options, and nearby programs—leading to missed opportunities for fitness, inclusion, and community engagement.</a:t>
            </a:r>
          </a:p>
        </p:txBody>
      </p:sp>
      <p:graphicFrame>
        <p:nvGraphicFramePr>
          <p:cNvPr id="15" name="Diagram 14">
            <a:extLst>
              <a:ext uri="{FF2B5EF4-FFF2-40B4-BE49-F238E27FC236}">
                <a16:creationId xmlns:a16="http://schemas.microsoft.com/office/drawing/2014/main" id="{3FEE1B3C-C7EA-E889-EEC3-8D9A2BF72850}"/>
              </a:ext>
            </a:extLst>
          </p:cNvPr>
          <p:cNvGraphicFramePr/>
          <p:nvPr>
            <p:extLst>
              <p:ext uri="{D42A27DB-BD31-4B8C-83A1-F6EECF244321}">
                <p14:modId xmlns:p14="http://schemas.microsoft.com/office/powerpoint/2010/main" val="1835647322"/>
              </p:ext>
            </p:extLst>
          </p:nvPr>
        </p:nvGraphicFramePr>
        <p:xfrm>
          <a:off x="3740398" y="3441700"/>
          <a:ext cx="8128000" cy="327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0196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1739CA5-F0F5-48E1-8E8C-F24B71827E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3">
            <a:extLst>
              <a:ext uri="{FF2B5EF4-FFF2-40B4-BE49-F238E27FC236}">
                <a16:creationId xmlns:a16="http://schemas.microsoft.com/office/drawing/2014/main" id="{3EAD2937-F230-41D4-B9C5-975B129BFC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45" y="640080"/>
            <a:ext cx="10920415" cy="5577818"/>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CD444A3-C338-4886-B7F1-4BA2AF46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8024" y="960109"/>
            <a:ext cx="10277856" cy="49377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4A3ED6-0329-ED46-0964-70C1F95C4870}"/>
              </a:ext>
            </a:extLst>
          </p:cNvPr>
          <p:cNvSpPr>
            <a:spLocks noGrp="1"/>
          </p:cNvSpPr>
          <p:nvPr>
            <p:ph type="title"/>
          </p:nvPr>
        </p:nvSpPr>
        <p:spPr>
          <a:xfrm>
            <a:off x="1452656" y="1444741"/>
            <a:ext cx="9357865" cy="1041901"/>
          </a:xfrm>
        </p:spPr>
        <p:txBody>
          <a:bodyPr vert="horz" lIns="91440" tIns="45720" rIns="91440" bIns="45720" rtlCol="0" anchor="ctr">
            <a:normAutofit/>
          </a:bodyPr>
          <a:lstStyle/>
          <a:p>
            <a:r>
              <a:rPr lang="en-US" sz="4000" kern="1200">
                <a:solidFill>
                  <a:schemeClr val="tx1"/>
                </a:solidFill>
                <a:latin typeface="+mj-lt"/>
                <a:ea typeface="+mj-ea"/>
                <a:cs typeface="+mj-cs"/>
              </a:rPr>
              <a:t>Vision &amp; Goals</a:t>
            </a:r>
          </a:p>
        </p:txBody>
      </p:sp>
      <p:sp>
        <p:nvSpPr>
          <p:cNvPr id="3" name="Content Placeholder 2">
            <a:extLst>
              <a:ext uri="{FF2B5EF4-FFF2-40B4-BE49-F238E27FC236}">
                <a16:creationId xmlns:a16="http://schemas.microsoft.com/office/drawing/2014/main" id="{9E56B93F-C0A3-5A15-FE3F-28236B9C668D}"/>
              </a:ext>
            </a:extLst>
          </p:cNvPr>
          <p:cNvSpPr>
            <a:spLocks noGrp="1"/>
          </p:cNvSpPr>
          <p:nvPr>
            <p:ph idx="1"/>
          </p:nvPr>
        </p:nvSpPr>
        <p:spPr>
          <a:xfrm>
            <a:off x="1452656" y="2701427"/>
            <a:ext cx="4483324" cy="2699968"/>
          </a:xfrm>
        </p:spPr>
        <p:txBody>
          <a:bodyPr vert="horz" lIns="91440" tIns="45720" rIns="91440" bIns="45720" rtlCol="0">
            <a:normAutofit/>
          </a:bodyPr>
          <a:lstStyle/>
          <a:p>
            <a:pPr marL="0" indent="0">
              <a:buNone/>
            </a:pPr>
            <a:r>
              <a:rPr lang="en-US" sz="2000" b="1" dirty="0"/>
              <a:t>Vision Statement</a:t>
            </a:r>
            <a:br>
              <a:rPr lang="en-US" sz="2000" dirty="0"/>
            </a:br>
            <a:r>
              <a:rPr lang="en-US" sz="2000" dirty="0"/>
              <a:t>To deploy an AI-driven platform that expands access to adaptive sports, reduces information barriers, and strengthens equitable participation for individuals with disabilities.</a:t>
            </a:r>
          </a:p>
        </p:txBody>
      </p:sp>
      <p:sp>
        <p:nvSpPr>
          <p:cNvPr id="5" name="TextBox 4">
            <a:extLst>
              <a:ext uri="{FF2B5EF4-FFF2-40B4-BE49-F238E27FC236}">
                <a16:creationId xmlns:a16="http://schemas.microsoft.com/office/drawing/2014/main" id="{5111285B-F5DA-EC23-E520-C501432F202B}"/>
              </a:ext>
            </a:extLst>
          </p:cNvPr>
          <p:cNvSpPr txBox="1"/>
          <p:nvPr/>
        </p:nvSpPr>
        <p:spPr>
          <a:xfrm>
            <a:off x="6256020" y="2701427"/>
            <a:ext cx="4554501" cy="2699968"/>
          </a:xfrm>
          <a:prstGeom prst="rect">
            <a:avLst/>
          </a:prstGeom>
        </p:spPr>
        <p:txBody>
          <a:bodyPr vert="horz" lIns="91440" tIns="45720" rIns="91440" bIns="45720" rtlCol="0">
            <a:normAutofit/>
          </a:bodyPr>
          <a:lstStyle/>
          <a:p>
            <a:pPr>
              <a:lnSpc>
                <a:spcPct val="90000"/>
              </a:lnSpc>
              <a:spcAft>
                <a:spcPts val="600"/>
              </a:spcAft>
            </a:pPr>
            <a:r>
              <a:rPr lang="en-US" sz="1600" b="1" dirty="0"/>
              <a:t>Core Goals</a:t>
            </a:r>
            <a:endParaRPr lang="en-US" sz="1600" dirty="0"/>
          </a:p>
          <a:p>
            <a:pPr indent="-228600">
              <a:lnSpc>
                <a:spcPct val="90000"/>
              </a:lnSpc>
              <a:spcAft>
                <a:spcPts val="600"/>
              </a:spcAft>
              <a:buFont typeface="Arial" panose="020B0604020202020204" pitchFamily="34" charset="0"/>
              <a:buChar char="•"/>
            </a:pPr>
            <a:r>
              <a:rPr lang="en-US" sz="1600" dirty="0"/>
              <a:t>Centralize fragmented adaptive sports information</a:t>
            </a:r>
          </a:p>
          <a:p>
            <a:pPr indent="-228600">
              <a:lnSpc>
                <a:spcPct val="90000"/>
              </a:lnSpc>
              <a:spcAft>
                <a:spcPts val="600"/>
              </a:spcAft>
              <a:buFont typeface="Arial" panose="020B0604020202020204" pitchFamily="34" charset="0"/>
              <a:buChar char="•"/>
            </a:pPr>
            <a:r>
              <a:rPr lang="en-US" sz="1600" dirty="0"/>
              <a:t>Provide personalized and inclusive recommendations</a:t>
            </a:r>
          </a:p>
          <a:p>
            <a:pPr indent="-228600">
              <a:lnSpc>
                <a:spcPct val="90000"/>
              </a:lnSpc>
              <a:spcAft>
                <a:spcPts val="600"/>
              </a:spcAft>
              <a:buFont typeface="Arial" panose="020B0604020202020204" pitchFamily="34" charset="0"/>
              <a:buChar char="•"/>
            </a:pPr>
            <a:r>
              <a:rPr lang="en-US" sz="1600" dirty="0"/>
              <a:t>Support Special Olympics, Paralympics, and adaptive sports clubs with scalable digital tools</a:t>
            </a:r>
          </a:p>
          <a:p>
            <a:pPr indent="-228600">
              <a:lnSpc>
                <a:spcPct val="90000"/>
              </a:lnSpc>
              <a:spcAft>
                <a:spcPts val="600"/>
              </a:spcAft>
              <a:buFont typeface="Arial" panose="020B0604020202020204" pitchFamily="34" charset="0"/>
              <a:buChar char="•"/>
            </a:pPr>
            <a:r>
              <a:rPr lang="en-US" sz="1600" dirty="0"/>
              <a:t>Promote ethical, trustworthy AI for community benefit</a:t>
            </a:r>
          </a:p>
        </p:txBody>
      </p:sp>
    </p:spTree>
    <p:extLst>
      <p:ext uri="{BB962C8B-B14F-4D97-AF65-F5344CB8AC3E}">
        <p14:creationId xmlns:p14="http://schemas.microsoft.com/office/powerpoint/2010/main" val="4186475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D4D5B33-92AC-9BB0-A707-15C38FA89090}"/>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Implementation Roadmap</a:t>
            </a:r>
          </a:p>
        </p:txBody>
      </p:sp>
      <p:graphicFrame>
        <p:nvGraphicFramePr>
          <p:cNvPr id="16" name="Diagram 13">
            <a:extLst>
              <a:ext uri="{FF2B5EF4-FFF2-40B4-BE49-F238E27FC236}">
                <a16:creationId xmlns:a16="http://schemas.microsoft.com/office/drawing/2014/main" id="{D497BB83-714C-AA42-E4D4-9350FF486EEB}"/>
              </a:ext>
            </a:extLst>
          </p:cNvPr>
          <p:cNvGraphicFramePr/>
          <p:nvPr>
            <p:extLst>
              <p:ext uri="{D42A27DB-BD31-4B8C-83A1-F6EECF244321}">
                <p14:modId xmlns:p14="http://schemas.microsoft.com/office/powerpoint/2010/main" val="1763380389"/>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644438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A28E08C-0058-FA93-406D-F5AAA9AB518C}"/>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Reflection</a:t>
            </a:r>
          </a:p>
        </p:txBody>
      </p:sp>
      <p:graphicFrame>
        <p:nvGraphicFramePr>
          <p:cNvPr id="6" name="Content Placeholder 2">
            <a:extLst>
              <a:ext uri="{FF2B5EF4-FFF2-40B4-BE49-F238E27FC236}">
                <a16:creationId xmlns:a16="http://schemas.microsoft.com/office/drawing/2014/main" id="{1838B69D-F275-873E-39B9-16C7CB63284B}"/>
              </a:ext>
            </a:extLst>
          </p:cNvPr>
          <p:cNvGraphicFramePr>
            <a:graphicFrameLocks noGrp="1"/>
          </p:cNvGraphicFramePr>
          <p:nvPr>
            <p:ph idx="1"/>
            <p:extLst>
              <p:ext uri="{D42A27DB-BD31-4B8C-83A1-F6EECF244321}">
                <p14:modId xmlns:p14="http://schemas.microsoft.com/office/powerpoint/2010/main" val="1228279610"/>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79661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1990BA-9C4D-5964-5E36-052B6D3E5C6C}"/>
              </a:ext>
            </a:extLst>
          </p:cNvPr>
          <p:cNvSpPr>
            <a:spLocks noGrp="1"/>
          </p:cNvSpPr>
          <p:nvPr>
            <p:ph type="title"/>
          </p:nvPr>
        </p:nvSpPr>
        <p:spPr>
          <a:xfrm>
            <a:off x="1136396" y="457201"/>
            <a:ext cx="5814240" cy="1556870"/>
          </a:xfrm>
        </p:spPr>
        <p:txBody>
          <a:bodyPr anchor="b">
            <a:normAutofit/>
          </a:bodyPr>
          <a:lstStyle/>
          <a:p>
            <a:r>
              <a:rPr lang="en-US" sz="4000"/>
              <a:t>Demonstration</a:t>
            </a:r>
          </a:p>
        </p:txBody>
      </p:sp>
      <p:pic>
        <p:nvPicPr>
          <p:cNvPr id="4" name="Picture 3" descr="A black background with a black square&#10;&#10;AI-generated content may be incorrect.">
            <a:hlinkClick r:id="rId3"/>
            <a:extLst>
              <a:ext uri="{FF2B5EF4-FFF2-40B4-BE49-F238E27FC236}">
                <a16:creationId xmlns:a16="http://schemas.microsoft.com/office/drawing/2014/main" id="{0D8EBEA6-42BD-59E8-FED9-F6DE755D97F3}"/>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7679766" y="860198"/>
            <a:ext cx="3712869" cy="2088487"/>
          </a:xfrm>
          <a:prstGeom prst="rect">
            <a:avLst/>
          </a:prstGeom>
        </p:spPr>
      </p:pic>
      <p:pic>
        <p:nvPicPr>
          <p:cNvPr id="9" name="Graphic 8">
            <a:hlinkClick r:id="rId6"/>
            <a:extLst>
              <a:ext uri="{FF2B5EF4-FFF2-40B4-BE49-F238E27FC236}">
                <a16:creationId xmlns:a16="http://schemas.microsoft.com/office/drawing/2014/main" id="{AA2F1C63-2235-800C-6D93-51D8DAE91533}"/>
              </a:ext>
            </a:extLst>
          </p:cNvPr>
          <p:cNvPicPr>
            <a:picLocks noChangeAspect="1"/>
          </p:cNvPicPr>
          <p:nvPr/>
        </p:nvPicPr>
        <p:blipFill>
          <a:blip r:embed="rId7">
            <a:extLst>
              <a:ext uri="{96DAC541-7B7A-43D3-8B79-37D633B846F1}">
                <asvg:svgBlip xmlns:asvg="http://schemas.microsoft.com/office/drawing/2016/SVG/main" r:embed="rId8"/>
              </a:ext>
              <a:ext uri="{837473B0-CC2E-450A-ABE3-18F120FF3D39}">
                <a1611:picAttrSrcUrl xmlns:a1611="http://schemas.microsoft.com/office/drawing/2016/11/main" r:id="rId9"/>
              </a:ext>
            </a:extLst>
          </a:blip>
          <a:stretch>
            <a:fillRect/>
          </a:stretch>
        </p:blipFill>
        <p:spPr>
          <a:xfrm>
            <a:off x="8400213" y="3375824"/>
            <a:ext cx="2243263" cy="2243263"/>
          </a:xfrm>
          <a:prstGeom prst="rect">
            <a:avLst/>
          </a:prstGeom>
        </p:spPr>
      </p:pic>
      <p:sp>
        <p:nvSpPr>
          <p:cNvPr id="24" name="Rectangle 23">
            <a:extLst>
              <a:ext uri="{FF2B5EF4-FFF2-40B4-BE49-F238E27FC236}">
                <a16:creationId xmlns:a16="http://schemas.microsoft.com/office/drawing/2014/main" id="{5A65989E-BBD5-44D7-AA86-7AFD5D46BB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66000">
                <a:srgbClr val="000000"/>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31A2881-D8D7-4A7D-ACA3-E9F849F853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0800"/>
            <a:ext cx="8153398" cy="456772"/>
          </a:xfrm>
          <a:prstGeom prst="rect">
            <a:avLst/>
          </a:prstGeom>
          <a:gradFill>
            <a:gsLst>
              <a:gs pos="0">
                <a:srgbClr val="000000">
                  <a:alpha val="63000"/>
                </a:srgbClr>
              </a:gs>
              <a:gs pos="100000">
                <a:schemeClr val="accent1">
                  <a:lumMod val="7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 name="Diagram 9">
            <a:extLst>
              <a:ext uri="{FF2B5EF4-FFF2-40B4-BE49-F238E27FC236}">
                <a16:creationId xmlns:a16="http://schemas.microsoft.com/office/drawing/2014/main" id="{8107AF50-157E-996D-A6B2-435D3A6BD191}"/>
              </a:ext>
            </a:extLst>
          </p:cNvPr>
          <p:cNvGraphicFramePr/>
          <p:nvPr>
            <p:extLst>
              <p:ext uri="{D42A27DB-BD31-4B8C-83A1-F6EECF244321}">
                <p14:modId xmlns:p14="http://schemas.microsoft.com/office/powerpoint/2010/main" val="288791475"/>
              </p:ext>
            </p:extLst>
          </p:nvPr>
        </p:nvGraphicFramePr>
        <p:xfrm>
          <a:off x="1136396" y="2277036"/>
          <a:ext cx="5814239" cy="3461155"/>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3173335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TotalTime>
  <Words>1517</Words>
  <Application>Microsoft Macintosh PowerPoint</Application>
  <PresentationFormat>Widescreen</PresentationFormat>
  <Paragraphs>92</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Calibri</vt:lpstr>
      <vt:lpstr>Times New Roman</vt:lpstr>
      <vt:lpstr>Office Theme</vt:lpstr>
      <vt:lpstr>AdaptiveSportsGPT – Inclusive Sports Guide</vt:lpstr>
      <vt:lpstr>Topic, Problem, &amp; Rationale</vt:lpstr>
      <vt:lpstr>Applying AI to Solve the Problem</vt:lpstr>
      <vt:lpstr>Vision &amp; Goals</vt:lpstr>
      <vt:lpstr>Implementation Roadmap</vt:lpstr>
      <vt:lpstr>Reflection</vt:lpstr>
      <vt:lpstr>Demonstration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Brandon Medina</dc:creator>
  <cp:lastModifiedBy>Brandon Medina</cp:lastModifiedBy>
  <cp:revision>1</cp:revision>
  <dcterms:created xsi:type="dcterms:W3CDTF">2025-11-30T21:35:49Z</dcterms:created>
  <dcterms:modified xsi:type="dcterms:W3CDTF">2025-12-02T05:51:35Z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86a3520-2f75-449a-9647-37aa285e138c_Enabled">
    <vt:lpwstr>true</vt:lpwstr>
  </property>
  <property fmtid="{D5CDD505-2E9C-101B-9397-08002B2CF9AE}" pid="3" name="MSIP_Label_186a3520-2f75-449a-9647-37aa285e138c_SetDate">
    <vt:lpwstr>2025-11-30T22:57:59Z</vt:lpwstr>
  </property>
  <property fmtid="{D5CDD505-2E9C-101B-9397-08002B2CF9AE}" pid="4" name="MSIP_Label_186a3520-2f75-449a-9647-37aa285e138c_Method">
    <vt:lpwstr>Standard</vt:lpwstr>
  </property>
  <property fmtid="{D5CDD505-2E9C-101B-9397-08002B2CF9AE}" pid="5" name="MSIP_Label_186a3520-2f75-449a-9647-37aa285e138c_Name">
    <vt:lpwstr>defa4170-0d19-0005-0004-bc88714345d2</vt:lpwstr>
  </property>
  <property fmtid="{D5CDD505-2E9C-101B-9397-08002B2CF9AE}" pid="6" name="MSIP_Label_186a3520-2f75-449a-9647-37aa285e138c_SiteId">
    <vt:lpwstr>19afb2c8-5efd-4718-a107-530ed963d11e</vt:lpwstr>
  </property>
  <property fmtid="{D5CDD505-2E9C-101B-9397-08002B2CF9AE}" pid="7" name="MSIP_Label_186a3520-2f75-449a-9647-37aa285e138c_ActionId">
    <vt:lpwstr>2913144f-c2e7-4999-bcef-02f59b5c0b45</vt:lpwstr>
  </property>
  <property fmtid="{D5CDD505-2E9C-101B-9397-08002B2CF9AE}" pid="8" name="MSIP_Label_186a3520-2f75-449a-9647-37aa285e138c_ContentBits">
    <vt:lpwstr>0</vt:lpwstr>
  </property>
  <property fmtid="{D5CDD505-2E9C-101B-9397-08002B2CF9AE}" pid="9" name="MSIP_Label_186a3520-2f75-449a-9647-37aa285e138c_Tag">
    <vt:lpwstr>50, 3, 0, 1</vt:lpwstr>
  </property>
</Properties>
</file>